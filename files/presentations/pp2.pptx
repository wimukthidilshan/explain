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" dt="2026-08-30T14:00:00.550"/>
    <p1510:client id="{2FF76AE8-3550-BE94-75DC-0B2C180533C6}" v="462" dt="2026-08-30T14:18:37.652"/>
    <p1510:client id="{721FF10A-D855-63DC-4919-2F76244723B9}" v="883" dt="2026-08-30T14:18:45.722"/>
    <p1510:client id="{9B19270A-FBF5-4011-AF35-624D0435110F}" v="173" dt="2026-08-30T14:30:26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4e3cf94-19c9-4e32-96c3-14f5bf01391a::" providerId="AD" clId="Web-{00000000-0000-0000-0000-000000000000}"/>
    <pc:docChg chg="modSld">
      <pc:chgData name="Guest User" userId="S::urn:spo:tenantanon#44e3cf94-19c9-4e32-96c3-14f5bf01391a::" providerId="AD" clId="Web-{00000000-0000-0000-0000-000000000000}" dt="2026-08-30T14:00:00.550" v="25" actId="1076"/>
      <pc:docMkLst>
        <pc:docMk/>
      </pc:docMkLst>
      <pc:sldChg chg="modSp">
        <pc:chgData name="Guest User" userId="S::urn:spo:tenantanon#44e3cf94-19c9-4e32-96c3-14f5bf01391a::" providerId="AD" clId="Web-{00000000-0000-0000-0000-000000000000}" dt="2026-08-30T14:00:00.550" v="25" actId="1076"/>
        <pc:sldMkLst>
          <pc:docMk/>
          <pc:sldMk cId="0" sldId="257"/>
        </pc:sldMkLst>
        <pc:spChg chg="mod">
          <ac:chgData name="Guest User" userId="S::urn:spo:tenantanon#44e3cf94-19c9-4e32-96c3-14f5bf01391a::" providerId="AD" clId="Web-{00000000-0000-0000-0000-000000000000}" dt="2026-08-30T14:00:00.550" v="25" actId="1076"/>
          <ac:spMkLst>
            <pc:docMk/>
            <pc:sldMk cId="0" sldId="257"/>
            <ac:spMk id="9" creationId="{00000000-0000-0000-0000-000000000000}"/>
          </ac:spMkLst>
        </pc:spChg>
      </pc:sldChg>
      <pc:sldChg chg="addSp modSp">
        <pc:chgData name="Guest User" userId="S::urn:spo:tenantanon#44e3cf94-19c9-4e32-96c3-14f5bf01391a::" providerId="AD" clId="Web-{00000000-0000-0000-0000-000000000000}" dt="2026-08-30T13:07:30.048" v="24" actId="14100"/>
        <pc:sldMkLst>
          <pc:docMk/>
          <pc:sldMk cId="0" sldId="261"/>
        </pc:sldMkLst>
        <pc:spChg chg="mod">
          <ac:chgData name="Guest User" userId="S::urn:spo:tenantanon#44e3cf94-19c9-4e32-96c3-14f5bf01391a::" providerId="AD" clId="Web-{00000000-0000-0000-0000-000000000000}" dt="2026-08-30T13:07:30.048" v="24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Guest User" userId="S::urn:spo:tenantanon#44e3cf94-19c9-4e32-96c3-14f5bf01391a::" providerId="AD" clId="Web-{00000000-0000-0000-0000-000000000000}" dt="2026-08-30T12:34:39.103" v="15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Guest User" userId="S::urn:spo:tenantanon#44e3cf94-19c9-4e32-96c3-14f5bf01391a::" providerId="AD" clId="Web-{00000000-0000-0000-0000-000000000000}" dt="2026-08-30T12:47:09.709" v="23" actId="20577"/>
          <ac:spMkLst>
            <pc:docMk/>
            <pc:sldMk cId="0" sldId="261"/>
            <ac:spMk id="24" creationId="{00000000-0000-0000-0000-000000000000}"/>
          </ac:spMkLst>
        </pc:spChg>
        <pc:picChg chg="add mod">
          <ac:chgData name="Guest User" userId="S::urn:spo:tenantanon#44e3cf94-19c9-4e32-96c3-14f5bf01391a::" providerId="AD" clId="Web-{00000000-0000-0000-0000-000000000000}" dt="2026-08-30T12:34:02.226" v="8" actId="1076"/>
          <ac:picMkLst>
            <pc:docMk/>
            <pc:sldMk cId="0" sldId="261"/>
            <ac:picMk id="28" creationId="{51B324D9-C851-3ECC-6303-361F2BBC4B9C}"/>
          </ac:picMkLst>
        </pc:picChg>
      </pc:sldChg>
    </pc:docChg>
  </pc:docChgLst>
  <pc:docChgLst>
    <pc:chgData name="JAYASINGHE  J.M.S.N. it22166074" userId="S::it22166074@my.sliit.lk::6ee954d3-8241-401d-8992-b21b2680313a" providerId="AD" clId="Web-{2FF76AE8-3550-BE94-75DC-0B2C180533C6}"/>
    <pc:docChg chg="modSld">
      <pc:chgData name="JAYASINGHE  J.M.S.N. it22166074" userId="S::it22166074@my.sliit.lk::6ee954d3-8241-401d-8992-b21b2680313a" providerId="AD" clId="Web-{2FF76AE8-3550-BE94-75DC-0B2C180533C6}" dt="2026-08-30T14:18:37.652" v="451" actId="20577"/>
      <pc:docMkLst>
        <pc:docMk/>
      </pc:docMkLst>
      <pc:sldChg chg="modSp">
        <pc:chgData name="JAYASINGHE  J.M.S.N. it22166074" userId="S::it22166074@my.sliit.lk::6ee954d3-8241-401d-8992-b21b2680313a" providerId="AD" clId="Web-{2FF76AE8-3550-BE94-75DC-0B2C180533C6}" dt="2026-08-30T13:16:01.676" v="414" actId="1076"/>
        <pc:sldMkLst>
          <pc:docMk/>
          <pc:sldMk cId="0" sldId="256"/>
        </pc:sldMkLst>
        <pc:spChg chg="mod">
          <ac:chgData name="JAYASINGHE  J.M.S.N. it22166074" userId="S::it22166074@my.sliit.lk::6ee954d3-8241-401d-8992-b21b2680313a" providerId="AD" clId="Web-{2FF76AE8-3550-BE94-75DC-0B2C180533C6}" dt="2026-08-30T12:59:03.232" v="299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49.191" v="41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54.301" v="413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4:46.549" v="381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4:46.564" v="382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25.941" v="396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25.956" v="397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878" v="402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894" v="403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25.972" v="398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6:01.676" v="414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26.019" v="400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26.034" v="401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4.660" v="408" actId="107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09.065" v="393" actId="1076"/>
          <ac:spMkLst>
            <pc:docMk/>
            <pc:sldMk cId="0" sldId="256"/>
            <ac:spMk id="35" creationId="{2B564846-E328-8E93-9105-460F42010F79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15.518" v="395" actId="1076"/>
          <ac:spMkLst>
            <pc:docMk/>
            <pc:sldMk cId="0" sldId="256"/>
            <ac:spMk id="36" creationId="{F43B8501-CADB-38A9-8F8B-4FF192485075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910" v="404" actId="1076"/>
          <ac:spMkLst>
            <pc:docMk/>
            <pc:sldMk cId="0" sldId="256"/>
            <ac:spMk id="39" creationId="{BF75E362-B2D7-617D-1F91-A1A0C6811FAF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925" v="405" actId="1076"/>
          <ac:spMkLst>
            <pc:docMk/>
            <pc:sldMk cId="0" sldId="256"/>
            <ac:spMk id="40" creationId="{EC93A1A3-5680-0574-C1BF-553B50BD7606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941" v="406" actId="1076"/>
          <ac:spMkLst>
            <pc:docMk/>
            <pc:sldMk cId="0" sldId="256"/>
            <ac:spMk id="41" creationId="{10CDB24D-FC5F-6ED1-293E-B25A4CE7F10A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15:30.956" v="407" actId="1076"/>
          <ac:spMkLst>
            <pc:docMk/>
            <pc:sldMk cId="0" sldId="256"/>
            <ac:spMk id="42" creationId="{F85EC128-2694-5841-1176-8553C3FB460B}"/>
          </ac:spMkLst>
        </pc:spChg>
      </pc:sldChg>
      <pc:sldChg chg="addSp delSp modSp">
        <pc:chgData name="JAYASINGHE  J.M.S.N. it22166074" userId="S::it22166074@my.sliit.lk::6ee954d3-8241-401d-8992-b21b2680313a" providerId="AD" clId="Web-{2FF76AE8-3550-BE94-75DC-0B2C180533C6}" dt="2026-08-30T13:49:08.488" v="436" actId="20577"/>
        <pc:sldMkLst>
          <pc:docMk/>
          <pc:sldMk cId="0" sldId="257"/>
        </pc:sldMkLst>
        <pc:spChg chg="mod">
          <ac:chgData name="JAYASINGHE  J.M.S.N. it22166074" userId="S::it22166074@my.sliit.lk::6ee954d3-8241-401d-8992-b21b2680313a" providerId="AD" clId="Web-{2FF76AE8-3550-BE94-75DC-0B2C180533C6}" dt="2026-08-30T12:56:30.555" v="290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JAYASINGHE  J.M.S.N. it22166074" userId="S::it22166074@my.sliit.lk::6ee954d3-8241-401d-8992-b21b2680313a" providerId="AD" clId="Web-{2FF76AE8-3550-BE94-75DC-0B2C180533C6}" dt="2026-08-30T12:59:11.514" v="3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3:49:08.488" v="436" actId="20577"/>
          <ac:spMkLst>
            <pc:docMk/>
            <pc:sldMk cId="0" sldId="257"/>
            <ac:spMk id="12" creationId="{00000000-0000-0000-0000-000000000000}"/>
          </ac:spMkLst>
        </pc:spChg>
        <pc:spChg chg="add">
          <ac:chgData name="JAYASINGHE  J.M.S.N. it22166074" userId="S::it22166074@my.sliit.lk::6ee954d3-8241-401d-8992-b21b2680313a" providerId="AD" clId="Web-{2FF76AE8-3550-BE94-75DC-0B2C180533C6}" dt="2026-08-30T12:59:16.233" v="301"/>
          <ac:spMkLst>
            <pc:docMk/>
            <pc:sldMk cId="0" sldId="257"/>
            <ac:spMk id="41" creationId="{2826B886-7B93-1F5E-10EC-83D3EBF332B0}"/>
          </ac:spMkLst>
        </pc:spChg>
      </pc:sldChg>
      <pc:sldChg chg="addSp delSp modSp">
        <pc:chgData name="JAYASINGHE  J.M.S.N. it22166074" userId="S::it22166074@my.sliit.lk::6ee954d3-8241-401d-8992-b21b2680313a" providerId="AD" clId="Web-{2FF76AE8-3550-BE94-75DC-0B2C180533C6}" dt="2026-08-30T12:59:22.639" v="303"/>
        <pc:sldMkLst>
          <pc:docMk/>
          <pc:sldMk cId="0" sldId="258"/>
        </pc:sldMkLst>
        <pc:spChg chg="mod">
          <ac:chgData name="JAYASINGHE  J.M.S.N. it22166074" userId="S::it22166074@my.sliit.lk::6ee954d3-8241-401d-8992-b21b2680313a" providerId="AD" clId="Web-{2FF76AE8-3550-BE94-75DC-0B2C180533C6}" dt="2026-08-30T12:56:35.555" v="291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JAYASINGHE  J.M.S.N. it22166074" userId="S::it22166074@my.sliit.lk::6ee954d3-8241-401d-8992-b21b2680313a" providerId="AD" clId="Web-{2FF76AE8-3550-BE94-75DC-0B2C180533C6}" dt="2026-08-30T12:59:21.749" v="302"/>
          <ac:spMkLst>
            <pc:docMk/>
            <pc:sldMk cId="0" sldId="258"/>
            <ac:spMk id="5" creationId="{00000000-0000-0000-0000-000000000000}"/>
          </ac:spMkLst>
        </pc:spChg>
        <pc:spChg chg="add">
          <ac:chgData name="JAYASINGHE  J.M.S.N. it22166074" userId="S::it22166074@my.sliit.lk::6ee954d3-8241-401d-8992-b21b2680313a" providerId="AD" clId="Web-{2FF76AE8-3550-BE94-75DC-0B2C180533C6}" dt="2026-08-30T12:59:22.639" v="303"/>
          <ac:spMkLst>
            <pc:docMk/>
            <pc:sldMk cId="0" sldId="258"/>
            <ac:spMk id="37" creationId="{CFAD7D77-966B-8EAD-68F1-3EF9CCB30661}"/>
          </ac:spMkLst>
        </pc:spChg>
      </pc:sldChg>
      <pc:sldChg chg="addSp delSp modSp">
        <pc:chgData name="JAYASINGHE  J.M.S.N. it22166074" userId="S::it22166074@my.sliit.lk::6ee954d3-8241-401d-8992-b21b2680313a" providerId="AD" clId="Web-{2FF76AE8-3550-BE94-75DC-0B2C180533C6}" dt="2026-08-30T13:23:29.490" v="421" actId="1076"/>
        <pc:sldMkLst>
          <pc:docMk/>
          <pc:sldMk cId="0" sldId="259"/>
        </pc:sldMkLst>
        <pc:spChg chg="mod">
          <ac:chgData name="JAYASINGHE  J.M.S.N. it22166074" userId="S::it22166074@my.sliit.lk::6ee954d3-8241-401d-8992-b21b2680313a" providerId="AD" clId="Web-{2FF76AE8-3550-BE94-75DC-0B2C180533C6}" dt="2026-08-30T12:56:40.727" v="292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JAYASINGHE  J.M.S.N. it22166074" userId="S::it22166074@my.sliit.lk::6ee954d3-8241-401d-8992-b21b2680313a" providerId="AD" clId="Web-{2FF76AE8-3550-BE94-75DC-0B2C180533C6}" dt="2026-08-30T12:59:28.483" v="304"/>
          <ac:spMkLst>
            <pc:docMk/>
            <pc:sldMk cId="0" sldId="259"/>
            <ac:spMk id="5" creationId="{00000000-0000-0000-0000-000000000000}"/>
          </ac:spMkLst>
        </pc:spChg>
        <pc:spChg chg="add">
          <ac:chgData name="JAYASINGHE  J.M.S.N. it22166074" userId="S::it22166074@my.sliit.lk::6ee954d3-8241-401d-8992-b21b2680313a" providerId="AD" clId="Web-{2FF76AE8-3550-BE94-75DC-0B2C180533C6}" dt="2026-08-30T12:59:33.952" v="305"/>
          <ac:spMkLst>
            <pc:docMk/>
            <pc:sldMk cId="0" sldId="259"/>
            <ac:spMk id="11" creationId="{A6E89DE1-00F6-76B3-3063-F9B0E91F56F8}"/>
          </ac:spMkLst>
        </pc:spChg>
        <pc:picChg chg="mod">
          <ac:chgData name="JAYASINGHE  J.M.S.N. it22166074" userId="S::it22166074@my.sliit.lk::6ee954d3-8241-401d-8992-b21b2680313a" providerId="AD" clId="Web-{2FF76AE8-3550-BE94-75DC-0B2C180533C6}" dt="2026-08-30T13:23:29.490" v="421" actId="1076"/>
          <ac:picMkLst>
            <pc:docMk/>
            <pc:sldMk cId="0" sldId="259"/>
            <ac:picMk id="12" creationId="{672FA811-1800-8FDF-427F-E6746C24944F}"/>
          </ac:picMkLst>
        </pc:picChg>
        <pc:picChg chg="mod">
          <ac:chgData name="JAYASINGHE  J.M.S.N. it22166074" userId="S::it22166074@my.sliit.lk::6ee954d3-8241-401d-8992-b21b2680313a" providerId="AD" clId="Web-{2FF76AE8-3550-BE94-75DC-0B2C180533C6}" dt="2026-08-30T12:51:34.185" v="257" actId="1076"/>
          <ac:picMkLst>
            <pc:docMk/>
            <pc:sldMk cId="0" sldId="259"/>
            <ac:picMk id="71" creationId="{E58E480A-341F-899E-DB75-2418CB180885}"/>
          </ac:picMkLst>
        </pc:picChg>
      </pc:sldChg>
      <pc:sldChg chg="modSp">
        <pc:chgData name="JAYASINGHE  J.M.S.N. it22166074" userId="S::it22166074@my.sliit.lk::6ee954d3-8241-401d-8992-b21b2680313a" providerId="AD" clId="Web-{2FF76AE8-3550-BE94-75DC-0B2C180533C6}" dt="2026-08-30T14:18:12.541" v="448" actId="14100"/>
        <pc:sldMkLst>
          <pc:docMk/>
          <pc:sldMk cId="0" sldId="260"/>
        </pc:sldMkLst>
        <pc:spChg chg="mod">
          <ac:chgData name="JAYASINGHE  J.M.S.N. it22166074" userId="S::it22166074@my.sliit.lk::6ee954d3-8241-401d-8992-b21b2680313a" providerId="AD" clId="Web-{2FF76AE8-3550-BE94-75DC-0B2C180533C6}" dt="2026-08-30T14:18:12.541" v="448" actId="14100"/>
          <ac:spMkLst>
            <pc:docMk/>
            <pc:sldMk cId="0" sldId="260"/>
            <ac:spMk id="7" creationId="{00000000-0000-0000-0000-000000000000}"/>
          </ac:spMkLst>
        </pc:spChg>
      </pc:sldChg>
      <pc:sldChg chg="addSp delSp modSp">
        <pc:chgData name="JAYASINGHE  J.M.S.N. it22166074" userId="S::it22166074@my.sliit.lk::6ee954d3-8241-401d-8992-b21b2680313a" providerId="AD" clId="Web-{2FF76AE8-3550-BE94-75DC-0B2C180533C6}" dt="2026-08-30T12:59:50.922" v="310"/>
        <pc:sldMkLst>
          <pc:docMk/>
          <pc:sldMk cId="0" sldId="261"/>
        </pc:sldMkLst>
        <pc:spChg chg="mod">
          <ac:chgData name="JAYASINGHE  J.M.S.N. it22166074" userId="S::it22166074@my.sliit.lk::6ee954d3-8241-401d-8992-b21b2680313a" providerId="AD" clId="Web-{2FF76AE8-3550-BE94-75DC-0B2C180533C6}" dt="2026-08-30T12:56:46.274" v="293" actId="20577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JAYASINGHE  J.M.S.N. it22166074" userId="S::it22166074@my.sliit.lk::6ee954d3-8241-401d-8992-b21b2680313a" providerId="AD" clId="Web-{2FF76AE8-3550-BE94-75DC-0B2C180533C6}" dt="2026-08-30T12:59:50.109" v="309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4:29.926" v="263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557" v="243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620" v="24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34.761" v="254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698" v="246" actId="1076"/>
          <ac:spMkLst>
            <pc:docMk/>
            <pc:sldMk cId="0" sldId="261"/>
            <ac:spMk id="11" creationId="{00000000-0000-0000-0000-000000000000}"/>
          </ac:spMkLst>
        </pc:spChg>
        <pc:spChg chg="add del mod">
          <ac:chgData name="JAYASINGHE  J.M.S.N. it22166074" userId="S::it22166074@my.sliit.lk::6ee954d3-8241-401d-8992-b21b2680313a" providerId="AD" clId="Web-{2FF76AE8-3550-BE94-75DC-0B2C180533C6}" dt="2026-08-30T12:39:43.705" v="136"/>
          <ac:spMkLst>
            <pc:docMk/>
            <pc:sldMk cId="0" sldId="261"/>
            <ac:spMk id="12" creationId="{CF1B3880-BCD8-7A77-06D1-791A6E6C8542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745" v="247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776" v="24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823" v="249" actId="1076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JAYASINGHE  J.M.S.N. it22166074" userId="S::it22166074@my.sliit.lk::6ee954d3-8241-401d-8992-b21b2680313a" providerId="AD" clId="Web-{2FF76AE8-3550-BE94-75DC-0B2C180533C6}" dt="2026-08-30T12:41:11.412" v="169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49:08.086" v="239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48:36.725" v="235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05.572" v="242" actId="2057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0:28.885" v="251" actId="1076"/>
          <ac:spMkLst>
            <pc:docMk/>
            <pc:sldMk cId="0" sldId="261"/>
            <ac:spMk id="26" creationId="{EF712FBD-85A2-46B5-1685-50C7F594E386}"/>
          </ac:spMkLst>
        </pc:spChg>
        <pc:spChg chg="add mod">
          <ac:chgData name="JAYASINGHE  J.M.S.N. it22166074" userId="S::it22166074@my.sliit.lk::6ee954d3-8241-401d-8992-b21b2680313a" providerId="AD" clId="Web-{2FF76AE8-3550-BE94-75DC-0B2C180533C6}" dt="2026-08-30T12:50:28.979" v="253" actId="1076"/>
          <ac:spMkLst>
            <pc:docMk/>
            <pc:sldMk cId="0" sldId="261"/>
            <ac:spMk id="31" creationId="{97622B65-5808-599F-6DB8-A0DEB685C479}"/>
          </ac:spMkLst>
        </pc:spChg>
        <pc:spChg chg="add mod">
          <ac:chgData name="JAYASINGHE  J.M.S.N. it22166074" userId="S::it22166074@my.sliit.lk::6ee954d3-8241-401d-8992-b21b2680313a" providerId="AD" clId="Web-{2FF76AE8-3550-BE94-75DC-0B2C180533C6}" dt="2026-08-30T12:49:01.163" v="238" actId="1076"/>
          <ac:spMkLst>
            <pc:docMk/>
            <pc:sldMk cId="0" sldId="261"/>
            <ac:spMk id="32" creationId="{BC6BA40B-AABD-93C0-86D3-BF63769D1879}"/>
          </ac:spMkLst>
        </pc:spChg>
        <pc:spChg chg="add del">
          <ac:chgData name="JAYASINGHE  J.M.S.N. it22166074" userId="S::it22166074@my.sliit.lk::6ee954d3-8241-401d-8992-b21b2680313a" providerId="AD" clId="Web-{2FF76AE8-3550-BE94-75DC-0B2C180533C6}" dt="2026-08-30T12:59:46.750" v="308"/>
          <ac:spMkLst>
            <pc:docMk/>
            <pc:sldMk cId="0" sldId="261"/>
            <ac:spMk id="34" creationId="{29EA3E85-95C1-BD31-D7BF-9F7AE224F1E6}"/>
          </ac:spMkLst>
        </pc:spChg>
        <pc:spChg chg="add">
          <ac:chgData name="JAYASINGHE  J.M.S.N. it22166074" userId="S::it22166074@my.sliit.lk::6ee954d3-8241-401d-8992-b21b2680313a" providerId="AD" clId="Web-{2FF76AE8-3550-BE94-75DC-0B2C180533C6}" dt="2026-08-30T12:59:50.922" v="310"/>
          <ac:spMkLst>
            <pc:docMk/>
            <pc:sldMk cId="0" sldId="261"/>
            <ac:spMk id="36" creationId="{A37B9557-D34D-2508-F9EE-FD4465FF84E5}"/>
          </ac:spMkLst>
        </pc:spChg>
        <pc:graphicFrameChg chg="mod">
          <ac:chgData name="JAYASINGHE  J.M.S.N. it22166074" userId="S::it22166074@my.sliit.lk::6ee954d3-8241-401d-8992-b21b2680313a" providerId="AD" clId="Web-{2FF76AE8-3550-BE94-75DC-0B2C180533C6}" dt="2026-08-30T12:50:28.854" v="250" actId="1076"/>
          <ac:graphicFrameMkLst>
            <pc:docMk/>
            <pc:sldMk cId="0" sldId="261"/>
            <ac:graphicFrameMk id="25" creationId="{05513068-51FE-E6E4-9510-B22D25DC106B}"/>
          </ac:graphicFrameMkLst>
        </pc:graphicFrameChg>
        <pc:graphicFrameChg chg="add del mod modGraphic">
          <ac:chgData name="JAYASINGHE  J.M.S.N. it22166074" userId="S::it22166074@my.sliit.lk::6ee954d3-8241-401d-8992-b21b2680313a" providerId="AD" clId="Web-{2FF76AE8-3550-BE94-75DC-0B2C180533C6}" dt="2026-08-30T12:51:14.246" v="255"/>
          <ac:graphicFrameMkLst>
            <pc:docMk/>
            <pc:sldMk cId="0" sldId="261"/>
            <ac:graphicFrameMk id="30" creationId="{D593F116-2876-1B57-3BBB-142846A13CAC}"/>
          </ac:graphicFrameMkLst>
        </pc:graphicFrameChg>
        <pc:picChg chg="mod">
          <ac:chgData name="JAYASINGHE  J.M.S.N. it22166074" userId="S::it22166074@my.sliit.lk::6ee954d3-8241-401d-8992-b21b2680313a" providerId="AD" clId="Web-{2FF76AE8-3550-BE94-75DC-0B2C180533C6}" dt="2026-08-30T12:49:53.306" v="240" actId="1076"/>
          <ac:picMkLst>
            <pc:docMk/>
            <pc:sldMk cId="0" sldId="261"/>
            <ac:picMk id="28" creationId="{51B324D9-C851-3ECC-6303-361F2BBC4B9C}"/>
          </ac:picMkLst>
        </pc:picChg>
      </pc:sldChg>
      <pc:sldChg chg="addSp delSp modSp">
        <pc:chgData name="JAYASINGHE  J.M.S.N. it22166074" userId="S::it22166074@my.sliit.lk::6ee954d3-8241-401d-8992-b21b2680313a" providerId="AD" clId="Web-{2FF76AE8-3550-BE94-75DC-0B2C180533C6}" dt="2026-08-30T14:18:37.652" v="451" actId="20577"/>
        <pc:sldMkLst>
          <pc:docMk/>
          <pc:sldMk cId="0" sldId="262"/>
        </pc:sldMkLst>
        <pc:spChg chg="mod">
          <ac:chgData name="JAYASINGHE  J.M.S.N. it22166074" userId="S::it22166074@my.sliit.lk::6ee954d3-8241-401d-8992-b21b2680313a" providerId="AD" clId="Web-{2FF76AE8-3550-BE94-75DC-0B2C180533C6}" dt="2026-08-30T12:56:23.445" v="289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JAYASINGHE  J.M.S.N. it22166074" userId="S::it22166074@my.sliit.lk::6ee954d3-8241-401d-8992-b21b2680313a" providerId="AD" clId="Web-{2FF76AE8-3550-BE94-75DC-0B2C180533C6}" dt="2026-08-30T12:59:59.219" v="3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7.303" v="28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33.631" v="288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084" v="26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4:18:37.652" v="451" actId="20577"/>
          <ac:spMkLst>
            <pc:docMk/>
            <pc:sldMk cId="0" sldId="262"/>
            <ac:spMk id="13" creationId="{00000000-0000-0000-0000-000000000000}"/>
          </ac:spMkLst>
        </pc:spChg>
        <pc:spChg chg="add">
          <ac:chgData name="JAYASINGHE  J.M.S.N. it22166074" userId="S::it22166074@my.sliit.lk::6ee954d3-8241-401d-8992-b21b2680313a" providerId="AD" clId="Web-{2FF76AE8-3550-BE94-75DC-0B2C180533C6}" dt="2026-08-30T13:00:00.313" v="312"/>
          <ac:spMkLst>
            <pc:docMk/>
            <pc:sldMk cId="0" sldId="262"/>
            <ac:spMk id="26" creationId="{6A1C5FE1-B2A2-E4E2-62CB-FDB424C637DC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099" v="267" actId="1076"/>
          <ac:spMkLst>
            <pc:docMk/>
            <pc:sldMk cId="0" sldId="262"/>
            <ac:spMk id="37" creationId="{785867F8-713F-E8AA-A1BC-6135275A0D57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131" v="268" actId="1076"/>
          <ac:spMkLst>
            <pc:docMk/>
            <pc:sldMk cId="0" sldId="262"/>
            <ac:spMk id="38" creationId="{D7EA8511-766E-D3AE-8801-701771669C78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146" v="269" actId="1076"/>
          <ac:spMkLst>
            <pc:docMk/>
            <pc:sldMk cId="0" sldId="262"/>
            <ac:spMk id="39" creationId="{39F5FD66-72AE-496A-FEFE-54F8E6545CA2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177" v="270" actId="1076"/>
          <ac:spMkLst>
            <pc:docMk/>
            <pc:sldMk cId="0" sldId="262"/>
            <ac:spMk id="41" creationId="{8C48B0C6-A184-7B94-61F6-3C12C4E888C9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193" v="271" actId="1076"/>
          <ac:spMkLst>
            <pc:docMk/>
            <pc:sldMk cId="0" sldId="262"/>
            <ac:spMk id="43" creationId="{4D2286CD-8BBA-B80F-AEB8-B959EA085A61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209" v="272" actId="1076"/>
          <ac:spMkLst>
            <pc:docMk/>
            <pc:sldMk cId="0" sldId="262"/>
            <ac:spMk id="47" creationId="{69632111-151B-15DE-C6E8-EAEEEA0A83A6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224" v="273" actId="1076"/>
          <ac:spMkLst>
            <pc:docMk/>
            <pc:sldMk cId="0" sldId="262"/>
            <ac:spMk id="49" creationId="{4D9D435F-97DA-BDE4-A9C7-01590A871D42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256" v="274" actId="1076"/>
          <ac:spMkLst>
            <pc:docMk/>
            <pc:sldMk cId="0" sldId="262"/>
            <ac:spMk id="54" creationId="{284CE6EB-6021-B0C6-67CD-DD800C1D9071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271" v="275" actId="1076"/>
          <ac:spMkLst>
            <pc:docMk/>
            <pc:sldMk cId="0" sldId="262"/>
            <ac:spMk id="55" creationId="{853CE4BF-D39C-F95E-4C8E-304B4429B10A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287" v="276" actId="1076"/>
          <ac:spMkLst>
            <pc:docMk/>
            <pc:sldMk cId="0" sldId="262"/>
            <ac:spMk id="56" creationId="{3AFC017F-E182-90C0-977D-15CE5E6D8E47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318" v="277" actId="1076"/>
          <ac:spMkLst>
            <pc:docMk/>
            <pc:sldMk cId="0" sldId="262"/>
            <ac:spMk id="57" creationId="{3D907967-C5AD-B0E0-5595-93AE755C134D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334" v="278" actId="1076"/>
          <ac:spMkLst>
            <pc:docMk/>
            <pc:sldMk cId="0" sldId="262"/>
            <ac:spMk id="59" creationId="{FABCA16A-916F-1303-D31B-A9616A20E3CA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349" v="279" actId="1076"/>
          <ac:spMkLst>
            <pc:docMk/>
            <pc:sldMk cId="0" sldId="262"/>
            <ac:spMk id="61" creationId="{80DDBB7B-52B6-20DD-D8F5-CA7FA9A63A2C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381" v="280" actId="1076"/>
          <ac:spMkLst>
            <pc:docMk/>
            <pc:sldMk cId="0" sldId="262"/>
            <ac:spMk id="63" creationId="{3E7E5A64-6F44-3BBA-4468-EBF443778643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396" v="281" actId="1076"/>
          <ac:spMkLst>
            <pc:docMk/>
            <pc:sldMk cId="0" sldId="262"/>
            <ac:spMk id="65" creationId="{E7C82DE4-57A6-289E-1DC5-F2A2763998D0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412" v="282" actId="1076"/>
          <ac:spMkLst>
            <pc:docMk/>
            <pc:sldMk cId="0" sldId="262"/>
            <ac:spMk id="67" creationId="{9D9D36F3-4912-9425-B743-4256A8580762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427" v="283" actId="1076"/>
          <ac:spMkLst>
            <pc:docMk/>
            <pc:sldMk cId="0" sldId="262"/>
            <ac:spMk id="69" creationId="{F4F50F1B-04C0-00D7-3620-A092E5FFBD4E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459" v="284" actId="1076"/>
          <ac:spMkLst>
            <pc:docMk/>
            <pc:sldMk cId="0" sldId="262"/>
            <ac:spMk id="71" creationId="{4CC3E3FE-A348-18C0-1BB7-173CA0D27AAE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2:55:20.474" v="285" actId="1076"/>
          <ac:spMkLst>
            <pc:docMk/>
            <pc:sldMk cId="0" sldId="262"/>
            <ac:spMk id="73" creationId="{1580B15C-8D77-2D75-DA05-A22F24E4BCD9}"/>
          </ac:spMkLst>
        </pc:spChg>
        <pc:spChg chg="mod">
          <ac:chgData name="JAYASINGHE  J.M.S.N. it22166074" userId="S::it22166074@my.sliit.lk::6ee954d3-8241-401d-8992-b21b2680313a" providerId="AD" clId="Web-{2FF76AE8-3550-BE94-75DC-0B2C180533C6}" dt="2026-08-30T14:18:28.229" v="449" actId="20577"/>
          <ac:spMkLst>
            <pc:docMk/>
            <pc:sldMk cId="0" sldId="262"/>
            <ac:spMk id="75" creationId="{C0A1E4A2-1703-4A7B-B34F-B3CE9430F289}"/>
          </ac:spMkLst>
        </pc:spChg>
      </pc:sldChg>
      <pc:sldChg chg="modSp">
        <pc:chgData name="JAYASINGHE  J.M.S.N. it22166074" userId="S::it22166074@my.sliit.lk::6ee954d3-8241-401d-8992-b21b2680313a" providerId="AD" clId="Web-{2FF76AE8-3550-BE94-75DC-0B2C180533C6}" dt="2026-08-30T13:18:09.509" v="419" actId="14100"/>
        <pc:sldMkLst>
          <pc:docMk/>
          <pc:sldMk cId="3157254214" sldId="263"/>
        </pc:sldMkLst>
        <pc:spChg chg="mod">
          <ac:chgData name="JAYASINGHE  J.M.S.N. it22166074" userId="S::it22166074@my.sliit.lk::6ee954d3-8241-401d-8992-b21b2680313a" providerId="AD" clId="Web-{2FF76AE8-3550-BE94-75DC-0B2C180533C6}" dt="2026-08-30T13:18:09.509" v="419" actId="14100"/>
          <ac:spMkLst>
            <pc:docMk/>
            <pc:sldMk cId="3157254214" sldId="263"/>
            <ac:spMk id="34" creationId="{04C253CB-6BD1-DD6C-2971-2FB8C6FC1141}"/>
          </ac:spMkLst>
        </pc:spChg>
        <pc:picChg chg="mod">
          <ac:chgData name="JAYASINGHE  J.M.S.N. it22166074" userId="S::it22166074@my.sliit.lk::6ee954d3-8241-401d-8992-b21b2680313a" providerId="AD" clId="Web-{2FF76AE8-3550-BE94-75DC-0B2C180533C6}" dt="2026-08-30T13:17:05.772" v="417" actId="1076"/>
          <ac:picMkLst>
            <pc:docMk/>
            <pc:sldMk cId="3157254214" sldId="263"/>
            <ac:picMk id="45" creationId="{7A390E66-1842-E26B-BE87-3AF8C2BFCD83}"/>
          </ac:picMkLst>
        </pc:picChg>
      </pc:sldChg>
    </pc:docChg>
  </pc:docChgLst>
  <pc:docChgLst>
    <pc:chgData name="IMESH L A R it22281364" userId="S::it22281364@my.sliit.lk::b1162cb1-e634-4926-825e-8fc16de7a4db" providerId="AD" clId="Web-{721FF10A-D855-63DC-4919-2F76244723B9}"/>
    <pc:docChg chg="addSld delSld modSld sldOrd">
      <pc:chgData name="IMESH L A R it22281364" userId="S::it22281364@my.sliit.lk::b1162cb1-e634-4926-825e-8fc16de7a4db" providerId="AD" clId="Web-{721FF10A-D855-63DC-4919-2F76244723B9}" dt="2026-08-30T14:18:45.722" v="845" actId="1076"/>
      <pc:docMkLst>
        <pc:docMk/>
      </pc:docMkLst>
      <pc:sldChg chg="modSp">
        <pc:chgData name="IMESH L A R it22281364" userId="S::it22281364@my.sliit.lk::b1162cb1-e634-4926-825e-8fc16de7a4db" providerId="AD" clId="Web-{721FF10A-D855-63DC-4919-2F76244723B9}" dt="2026-08-30T12:57:04.976" v="217" actId="20577"/>
        <pc:sldMkLst>
          <pc:docMk/>
          <pc:sldMk cId="0" sldId="256"/>
        </pc:sldMkLst>
        <pc:spChg chg="mod">
          <ac:chgData name="IMESH L A R it22281364" userId="S::it22281364@my.sliit.lk::b1162cb1-e634-4926-825e-8fc16de7a4db" providerId="AD" clId="Web-{721FF10A-D855-63DC-4919-2F76244723B9}" dt="2026-08-30T12:57:04.976" v="21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">
        <pc:chgData name="IMESH L A R it22281364" userId="S::it22281364@my.sliit.lk::b1162cb1-e634-4926-825e-8fc16de7a4db" providerId="AD" clId="Web-{721FF10A-D855-63DC-4919-2F76244723B9}" dt="2026-08-30T14:06:48.388" v="654" actId="14100"/>
        <pc:sldMkLst>
          <pc:docMk/>
          <pc:sldMk cId="0" sldId="258"/>
        </pc:sldMkLst>
        <pc:spChg chg="add mod">
          <ac:chgData name="IMESH L A R it22281364" userId="S::it22281364@my.sliit.lk::b1162cb1-e634-4926-825e-8fc16de7a4db" providerId="AD" clId="Web-{721FF10A-D855-63DC-4919-2F76244723B9}" dt="2026-08-30T14:06:48.388" v="654" actId="14100"/>
          <ac:spMkLst>
            <pc:docMk/>
            <pc:sldMk cId="0" sldId="258"/>
            <ac:spMk id="5" creationId="{CBD970E4-7768-F296-93D7-2DC9B4B02C12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887" v="601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887" v="60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03" v="603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18" v="60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34" v="60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50" v="60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65" v="60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65" v="60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81" v="60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1.996" v="610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12" v="611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28" v="612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43" v="61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59" v="614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59" v="615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75" v="616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090" v="617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06" v="61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21" v="619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21" v="620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37" v="621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53" v="622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68" v="623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184" v="624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200" v="625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200" v="626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52.215" v="627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27.934" v="547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5:27.949" v="548" actId="1076"/>
          <ac:spMkLst>
            <pc:docMk/>
            <pc:sldMk cId="0" sldId="258"/>
            <ac:spMk id="35" creationId="{00000000-0000-0000-0000-000000000000}"/>
          </ac:spMkLst>
        </pc:spChg>
      </pc:sldChg>
      <pc:sldChg chg="modSp">
        <pc:chgData name="IMESH L A R it22281364" userId="S::it22281364@my.sliit.lk::b1162cb1-e634-4926-825e-8fc16de7a4db" providerId="AD" clId="Web-{721FF10A-D855-63DC-4919-2F76244723B9}" dt="2026-08-30T14:09:12.248" v="780" actId="20577"/>
        <pc:sldMkLst>
          <pc:docMk/>
          <pc:sldMk cId="0" sldId="259"/>
        </pc:sldMkLst>
        <pc:spChg chg="mod">
          <ac:chgData name="IMESH L A R it22281364" userId="S::it22281364@my.sliit.lk::b1162cb1-e634-4926-825e-8fc16de7a4db" providerId="AD" clId="Web-{721FF10A-D855-63DC-4919-2F76244723B9}" dt="2026-08-30T14:09:12.248" v="780" actId="20577"/>
          <ac:spMkLst>
            <pc:docMk/>
            <pc:sldMk cId="0" sldId="259"/>
            <ac:spMk id="7" creationId="{00000000-0000-0000-0000-000000000000}"/>
          </ac:spMkLst>
        </pc:spChg>
      </pc:sldChg>
      <pc:sldChg chg="addSp modSp">
        <pc:chgData name="IMESH L A R it22281364" userId="S::it22281364@my.sliit.lk::b1162cb1-e634-4926-825e-8fc16de7a4db" providerId="AD" clId="Web-{721FF10A-D855-63DC-4919-2F76244723B9}" dt="2026-08-30T14:08:53.670" v="779" actId="1076"/>
        <pc:sldMkLst>
          <pc:docMk/>
          <pc:sldMk cId="0" sldId="260"/>
        </pc:sldMkLst>
        <pc:spChg chg="mod">
          <ac:chgData name="IMESH L A R it22281364" userId="S::it22281364@my.sliit.lk::b1162cb1-e634-4926-825e-8fc16de7a4db" providerId="AD" clId="Web-{721FF10A-D855-63DC-4919-2F76244723B9}" dt="2026-08-30T12:59:32.789" v="220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53.670" v="77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139" v="752" actId="1076"/>
          <ac:spMkLst>
            <pc:docMk/>
            <pc:sldMk cId="0" sldId="260"/>
            <ac:spMk id="8" creationId="{00000000-0000-0000-0000-000000000000}"/>
          </ac:spMkLst>
        </pc:spChg>
        <pc:spChg chg="add">
          <ac:chgData name="IMESH L A R it22281364" userId="S::it22281364@my.sliit.lk::b1162cb1-e634-4926-825e-8fc16de7a4db" providerId="AD" clId="Web-{721FF10A-D855-63DC-4919-2F76244723B9}" dt="2026-08-30T12:59:33.383" v="221"/>
          <ac:spMkLst>
            <pc:docMk/>
            <pc:sldMk cId="0" sldId="260"/>
            <ac:spMk id="10" creationId="{4B1A1815-3795-3183-C9F0-092E9DB7E626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170" v="753" actId="1076"/>
          <ac:spMkLst>
            <pc:docMk/>
            <pc:sldMk cId="0" sldId="260"/>
            <ac:spMk id="75" creationId="{FA0F219B-9AF7-3C0B-0C5F-8D499E901408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185" v="754" actId="1076"/>
          <ac:spMkLst>
            <pc:docMk/>
            <pc:sldMk cId="0" sldId="260"/>
            <ac:spMk id="77" creationId="{0AB51E76-0FDD-0545-8481-6B8B318CCED5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01" v="755" actId="1076"/>
          <ac:spMkLst>
            <pc:docMk/>
            <pc:sldMk cId="0" sldId="260"/>
            <ac:spMk id="79" creationId="{C54BF01B-E1DB-ED19-5A71-E53CDD4E7B11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01" v="756" actId="1076"/>
          <ac:spMkLst>
            <pc:docMk/>
            <pc:sldMk cId="0" sldId="260"/>
            <ac:spMk id="81" creationId="{92F36A5E-B0BA-0C02-D69B-213A11CB5471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17" v="757" actId="1076"/>
          <ac:spMkLst>
            <pc:docMk/>
            <pc:sldMk cId="0" sldId="260"/>
            <ac:spMk id="83" creationId="{CF2C9FE9-74EE-E64D-6CB5-5A99BB4F7BED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32" v="758" actId="1076"/>
          <ac:spMkLst>
            <pc:docMk/>
            <pc:sldMk cId="0" sldId="260"/>
            <ac:spMk id="85" creationId="{41CCD27C-C705-ED06-13ED-F1477379B4A6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48" v="759" actId="1076"/>
          <ac:spMkLst>
            <pc:docMk/>
            <pc:sldMk cId="0" sldId="260"/>
            <ac:spMk id="87" creationId="{B780A2BC-2DDC-5D81-E7AE-7812AE991D47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48" v="760" actId="1076"/>
          <ac:spMkLst>
            <pc:docMk/>
            <pc:sldMk cId="0" sldId="260"/>
            <ac:spMk id="89" creationId="{381799D0-9AD9-E88B-645F-1A504D67C4D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64" v="761" actId="1076"/>
          <ac:spMkLst>
            <pc:docMk/>
            <pc:sldMk cId="0" sldId="260"/>
            <ac:spMk id="91" creationId="{54AC702A-F315-4FEC-E87D-8C9C87F7B1DB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79" v="762" actId="1076"/>
          <ac:spMkLst>
            <pc:docMk/>
            <pc:sldMk cId="0" sldId="260"/>
            <ac:spMk id="93" creationId="{C98C156A-C707-9C52-D277-4BE022AFD5C8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295" v="763" actId="1076"/>
          <ac:spMkLst>
            <pc:docMk/>
            <pc:sldMk cId="0" sldId="260"/>
            <ac:spMk id="95" creationId="{4CA5ABD2-DE84-0E7D-AB25-950593CB0CBE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10" v="764" actId="1076"/>
          <ac:spMkLst>
            <pc:docMk/>
            <pc:sldMk cId="0" sldId="260"/>
            <ac:spMk id="97" creationId="{829C3F7A-32CA-AF41-C2E9-30E146FE60B5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10" v="765" actId="1076"/>
          <ac:spMkLst>
            <pc:docMk/>
            <pc:sldMk cId="0" sldId="260"/>
            <ac:spMk id="99" creationId="{29AB0823-2FF9-2985-7E05-BAAB745E05CF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26" v="766" actId="1076"/>
          <ac:spMkLst>
            <pc:docMk/>
            <pc:sldMk cId="0" sldId="260"/>
            <ac:spMk id="101" creationId="{702EAD5F-B989-5ED8-4D74-5096680714BD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42" v="767" actId="1076"/>
          <ac:spMkLst>
            <pc:docMk/>
            <pc:sldMk cId="0" sldId="260"/>
            <ac:spMk id="103" creationId="{25BC7F1D-E28D-2903-5160-369AFF2C1DDC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42" v="768" actId="1076"/>
          <ac:spMkLst>
            <pc:docMk/>
            <pc:sldMk cId="0" sldId="260"/>
            <ac:spMk id="105" creationId="{8140812F-0BEF-2A74-E35B-D562F382BCAA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57" v="769" actId="1076"/>
          <ac:spMkLst>
            <pc:docMk/>
            <pc:sldMk cId="0" sldId="260"/>
            <ac:spMk id="107" creationId="{351E5A9C-D4D9-6013-0E26-4AC7DE40A3B3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73" v="770" actId="1076"/>
          <ac:spMkLst>
            <pc:docMk/>
            <pc:sldMk cId="0" sldId="260"/>
            <ac:spMk id="109" creationId="{D02CD68E-CAD4-76CE-EAE7-BAE5CF1BB0F2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389" v="771" actId="1076"/>
          <ac:spMkLst>
            <pc:docMk/>
            <pc:sldMk cId="0" sldId="260"/>
            <ac:spMk id="111" creationId="{B02C4626-CE2D-F338-C3C2-037BCF23BD4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04" v="772" actId="1076"/>
          <ac:spMkLst>
            <pc:docMk/>
            <pc:sldMk cId="0" sldId="260"/>
            <ac:spMk id="113" creationId="{F48BCD9B-C84B-D601-E9BB-DBDC1ED2DB7A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04" v="773" actId="1076"/>
          <ac:spMkLst>
            <pc:docMk/>
            <pc:sldMk cId="0" sldId="260"/>
            <ac:spMk id="115" creationId="{05B6FF5F-406A-3D94-CE21-D7EE3ED93641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20" v="774" actId="1076"/>
          <ac:spMkLst>
            <pc:docMk/>
            <pc:sldMk cId="0" sldId="260"/>
            <ac:spMk id="117" creationId="{38A847C5-87F4-9D80-E6A4-0B38735AAD4D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35" v="775" actId="1076"/>
          <ac:spMkLst>
            <pc:docMk/>
            <pc:sldMk cId="0" sldId="260"/>
            <ac:spMk id="119" creationId="{CDA71E62-510D-E13C-FFC0-343EDF2D4F45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35" v="776" actId="1076"/>
          <ac:spMkLst>
            <pc:docMk/>
            <pc:sldMk cId="0" sldId="260"/>
            <ac:spMk id="120" creationId="{4ECC9862-6EF4-A9A9-7D82-BC2AC630BCFE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08:49.451" v="777" actId="1076"/>
          <ac:spMkLst>
            <pc:docMk/>
            <pc:sldMk cId="0" sldId="260"/>
            <ac:spMk id="121" creationId="{22F6573B-B2E8-CE68-D5C6-88856EF5A968}"/>
          </ac:spMkLst>
        </pc:spChg>
        <pc:picChg chg="mod">
          <ac:chgData name="IMESH L A R it22281364" userId="S::it22281364@my.sliit.lk::b1162cb1-e634-4926-825e-8fc16de7a4db" providerId="AD" clId="Web-{721FF10A-D855-63DC-4919-2F76244723B9}" dt="2026-08-30T14:08:49.467" v="778" actId="1076"/>
          <ac:picMkLst>
            <pc:docMk/>
            <pc:sldMk cId="0" sldId="260"/>
            <ac:picMk id="124" creationId="{1E370192-E900-2EA2-17B1-4360D4F3E060}"/>
          </ac:picMkLst>
        </pc:picChg>
      </pc:sldChg>
      <pc:sldChg chg="addSp delSp modSp">
        <pc:chgData name="IMESH L A R it22281364" userId="S::it22281364@my.sliit.lk::b1162cb1-e634-4926-825e-8fc16de7a4db" providerId="AD" clId="Web-{721FF10A-D855-63DC-4919-2F76244723B9}" dt="2026-08-30T14:18:45.722" v="845" actId="1076"/>
        <pc:sldMkLst>
          <pc:docMk/>
          <pc:sldMk cId="0" sldId="261"/>
        </pc:sldMkLst>
        <pc:spChg chg="mod">
          <ac:chgData name="IMESH L A R it22281364" userId="S::it22281364@my.sliit.lk::b1162cb1-e634-4926-825e-8fc16de7a4db" providerId="AD" clId="Web-{721FF10A-D855-63DC-4919-2F76244723B9}" dt="2026-08-30T14:18:36.456" v="82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003" v="82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034" v="826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23.753" v="802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081" v="827" actId="1076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2:32:19.878" v="9"/>
          <ac:spMkLst>
            <pc:docMk/>
            <pc:sldMk cId="0" sldId="261"/>
            <ac:spMk id="12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112" v="828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159" v="829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190" v="830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222" v="831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269" v="832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24.003" v="809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300" v="833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347" v="834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378" v="835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409" v="836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440" v="837" actId="1076"/>
          <ac:spMkLst>
            <pc:docMk/>
            <pc:sldMk cId="0" sldId="261"/>
            <ac:spMk id="24" creationId="{00000000-0000-0000-0000-000000000000}"/>
          </ac:spMkLst>
        </pc:spChg>
        <pc:spChg chg="add mod">
          <ac:chgData name="IMESH L A R it22281364" userId="S::it22281364@my.sliit.lk::b1162cb1-e634-4926-825e-8fc16de7a4db" providerId="AD" clId="Web-{721FF10A-D855-63DC-4919-2F76244723B9}" dt="2026-08-30T14:18:45.581" v="841" actId="1076"/>
          <ac:spMkLst>
            <pc:docMk/>
            <pc:sldMk cId="0" sldId="261"/>
            <ac:spMk id="26" creationId="{EF712FBD-85A2-46B5-1685-50C7F594E386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503" v="839" actId="1076"/>
          <ac:spMkLst>
            <pc:docMk/>
            <pc:sldMk cId="0" sldId="261"/>
            <ac:spMk id="29" creationId="{A8892372-9DEE-7B20-6B5A-AB3B58BCC58D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690" v="844" actId="1076"/>
          <ac:spMkLst>
            <pc:docMk/>
            <pc:sldMk cId="0" sldId="261"/>
            <ac:spMk id="31" creationId="{97622B65-5808-599F-6DB8-A0DEB685C479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4:18:45.722" v="845" actId="1076"/>
          <ac:spMkLst>
            <pc:docMk/>
            <pc:sldMk cId="0" sldId="261"/>
            <ac:spMk id="32" creationId="{BC6BA40B-AABD-93C0-86D3-BF63769D1879}"/>
          </ac:spMkLst>
        </pc:spChg>
        <pc:graphicFrameChg chg="add mod modGraphic">
          <ac:chgData name="IMESH L A R it22281364" userId="S::it22281364@my.sliit.lk::b1162cb1-e634-4926-825e-8fc16de7a4db" providerId="AD" clId="Web-{721FF10A-D855-63DC-4919-2F76244723B9}" dt="2026-08-30T14:18:45.550" v="840" actId="1076"/>
          <ac:graphicFrameMkLst>
            <pc:docMk/>
            <pc:sldMk cId="0" sldId="261"/>
            <ac:graphicFrameMk id="25" creationId="{05513068-51FE-E6E4-9510-B22D25DC106B}"/>
          </ac:graphicFrameMkLst>
        </pc:graphicFrameChg>
        <pc:graphicFrameChg chg="mod">
          <ac:chgData name="IMESH L A R it22281364" userId="S::it22281364@my.sliit.lk::b1162cb1-e634-4926-825e-8fc16de7a4db" providerId="AD" clId="Web-{721FF10A-D855-63DC-4919-2F76244723B9}" dt="2026-08-30T14:18:45.472" v="838" actId="1076"/>
          <ac:graphicFrameMkLst>
            <pc:docMk/>
            <pc:sldMk cId="0" sldId="261"/>
            <ac:graphicFrameMk id="27" creationId="{B8CDD5BB-225E-4439-6DA8-105A8AE50547}"/>
          </ac:graphicFrameMkLst>
        </pc:graphicFrameChg>
        <pc:graphicFrameChg chg="mod">
          <ac:chgData name="IMESH L A R it22281364" userId="S::it22281364@my.sliit.lk::b1162cb1-e634-4926-825e-8fc16de7a4db" providerId="AD" clId="Web-{721FF10A-D855-63DC-4919-2F76244723B9}" dt="2026-08-30T14:18:45.644" v="843" actId="1076"/>
          <ac:graphicFrameMkLst>
            <pc:docMk/>
            <pc:sldMk cId="0" sldId="261"/>
            <ac:graphicFrameMk id="30" creationId="{D593F116-2876-1B57-3BBB-142846A13CAC}"/>
          </ac:graphicFrameMkLst>
        </pc:graphicFrameChg>
        <pc:picChg chg="mod">
          <ac:chgData name="IMESH L A R it22281364" userId="S::it22281364@my.sliit.lk::b1162cb1-e634-4926-825e-8fc16de7a4db" providerId="AD" clId="Web-{721FF10A-D855-63DC-4919-2F76244723B9}" dt="2026-08-30T14:18:45.612" v="842" actId="1076"/>
          <ac:picMkLst>
            <pc:docMk/>
            <pc:sldMk cId="0" sldId="261"/>
            <ac:picMk id="28" creationId="{51B324D9-C851-3ECC-6303-361F2BBC4B9C}"/>
          </ac:picMkLst>
        </pc:picChg>
      </pc:sldChg>
      <pc:sldChg chg="addSp delSp modSp add ord replId">
        <pc:chgData name="IMESH L A R it22281364" userId="S::it22281364@my.sliit.lk::b1162cb1-e634-4926-825e-8fc16de7a4db" providerId="AD" clId="Web-{721FF10A-D855-63DC-4919-2F76244723B9}" dt="2026-08-30T13:19:32.874" v="474" actId="1076"/>
        <pc:sldMkLst>
          <pc:docMk/>
          <pc:sldMk cId="3157254214" sldId="263"/>
        </pc:sldMkLst>
        <pc:spChg chg="mod">
          <ac:chgData name="IMESH L A R it22281364" userId="S::it22281364@my.sliit.lk::b1162cb1-e634-4926-825e-8fc16de7a4db" providerId="AD" clId="Web-{721FF10A-D855-63DC-4919-2F76244723B9}" dt="2026-08-30T13:17:32.061" v="396" actId="1076"/>
          <ac:spMkLst>
            <pc:docMk/>
            <pc:sldMk cId="3157254214" sldId="263"/>
            <ac:spMk id="7" creationId="{A6658C4A-8179-8B80-5D0B-3B1B2D1E03C1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4:37.602" v="301"/>
          <ac:spMkLst>
            <pc:docMk/>
            <pc:sldMk cId="3157254214" sldId="263"/>
            <ac:spMk id="8" creationId="{1D66ED34-AB4F-2045-8340-63FD133FACC7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2:59:43.914" v="223"/>
          <ac:spMkLst>
            <pc:docMk/>
            <pc:sldMk cId="3157254214" sldId="263"/>
            <ac:spMk id="9" creationId="{72255113-F468-688B-1F04-F597A49F6B3B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2:59:59.820" v="231"/>
          <ac:spMkLst>
            <pc:docMk/>
            <pc:sldMk cId="3157254214" sldId="263"/>
            <ac:spMk id="10" creationId="{D2BCF25F-7934-0836-5C5C-84A1E39D2A49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01.976" v="233"/>
          <ac:spMkLst>
            <pc:docMk/>
            <pc:sldMk cId="3157254214" sldId="263"/>
            <ac:spMk id="11" creationId="{A35F8D23-C3D3-308F-1918-D857E56D9DD0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2:59:59.305" v="230"/>
          <ac:spMkLst>
            <pc:docMk/>
            <pc:sldMk cId="3157254214" sldId="263"/>
            <ac:spMk id="12" creationId="{EF8C2799-6540-FAA1-ABAF-B70628E041AF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04.461" v="235"/>
          <ac:spMkLst>
            <pc:docMk/>
            <pc:sldMk cId="3157254214" sldId="263"/>
            <ac:spMk id="13" creationId="{905B30CA-A679-DCF7-B27C-B70C104DB7E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2:59:56.867" v="227"/>
          <ac:spMkLst>
            <pc:docMk/>
            <pc:sldMk cId="3157254214" sldId="263"/>
            <ac:spMk id="14" creationId="{BF36215D-2FAB-900B-E0D0-07C8CEEF3389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2:59:57.898" v="228"/>
          <ac:spMkLst>
            <pc:docMk/>
            <pc:sldMk cId="3157254214" sldId="263"/>
            <ac:spMk id="15" creationId="{7CB3B62F-048F-890D-848F-81052B6C5670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2:59:56.242" v="226"/>
          <ac:spMkLst>
            <pc:docMk/>
            <pc:sldMk cId="3157254214" sldId="263"/>
            <ac:spMk id="16" creationId="{6DF7B5D6-1DB4-8951-AB2B-EDF451A6581A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06.055" v="237"/>
          <ac:spMkLst>
            <pc:docMk/>
            <pc:sldMk cId="3157254214" sldId="263"/>
            <ac:spMk id="17" creationId="{5D0F32CA-D7C5-2592-D8BC-4D3495EA99F1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08.367" v="240"/>
          <ac:spMkLst>
            <pc:docMk/>
            <pc:sldMk cId="3157254214" sldId="263"/>
            <ac:spMk id="18" creationId="{648E217A-D53A-D1C5-F39B-21ADFE691BCE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09.461" v="241"/>
          <ac:spMkLst>
            <pc:docMk/>
            <pc:sldMk cId="3157254214" sldId="263"/>
            <ac:spMk id="19" creationId="{0AB301E6-4A24-E038-3097-7A0838AB11A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06.648" v="238"/>
          <ac:spMkLst>
            <pc:docMk/>
            <pc:sldMk cId="3157254214" sldId="263"/>
            <ac:spMk id="20" creationId="{8B443799-62E0-EE06-3473-B2FEAE1FACC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07.414" v="239"/>
          <ac:spMkLst>
            <pc:docMk/>
            <pc:sldMk cId="3157254214" sldId="263"/>
            <ac:spMk id="21" creationId="{D8A94D7C-78FD-B2DF-1FCF-5A6E8ACF6626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4:38.493" v="302"/>
          <ac:spMkLst>
            <pc:docMk/>
            <pc:sldMk cId="3157254214" sldId="263"/>
            <ac:spMk id="22" creationId="{B3DCD8FC-7E9C-85B1-55B2-355BDF9EFF27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3:16:27.389" v="381" actId="1076"/>
          <ac:spMkLst>
            <pc:docMk/>
            <pc:sldMk cId="3157254214" sldId="263"/>
            <ac:spMk id="23" creationId="{98FDAD3A-5C21-51DC-536F-C5211597D9C1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27.726" v="248"/>
          <ac:spMkLst>
            <pc:docMk/>
            <pc:sldMk cId="3157254214" sldId="263"/>
            <ac:spMk id="24" creationId="{FAB4E1EB-60C9-AA8A-C1E3-6F46AE6E4C54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26.867" v="247"/>
          <ac:spMkLst>
            <pc:docMk/>
            <pc:sldMk cId="3157254214" sldId="263"/>
            <ac:spMk id="25" creationId="{D2B725DF-511C-5A27-DA95-E437E75D7CF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29.461" v="251"/>
          <ac:spMkLst>
            <pc:docMk/>
            <pc:sldMk cId="3157254214" sldId="263"/>
            <ac:spMk id="26" creationId="{E99F9152-F840-2121-AAB8-1C590313F23A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31.445" v="254"/>
          <ac:spMkLst>
            <pc:docMk/>
            <pc:sldMk cId="3157254214" sldId="263"/>
            <ac:spMk id="27" creationId="{1B761E44-497B-6D78-8E8B-86474035A039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40.961" v="268"/>
          <ac:spMkLst>
            <pc:docMk/>
            <pc:sldMk cId="3157254214" sldId="263"/>
            <ac:spMk id="28" creationId="{3ACA4241-68C8-C0A2-C395-4002C31F3CA0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40.320" v="267"/>
          <ac:spMkLst>
            <pc:docMk/>
            <pc:sldMk cId="3157254214" sldId="263"/>
            <ac:spMk id="29" creationId="{D82D4454-1A1D-DF70-B120-F665F19C3F27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36.258" v="261"/>
          <ac:spMkLst>
            <pc:docMk/>
            <pc:sldMk cId="3157254214" sldId="263"/>
            <ac:spMk id="30" creationId="{8AE401E9-65DB-B347-1423-264264C11BC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34.226" v="258"/>
          <ac:spMkLst>
            <pc:docMk/>
            <pc:sldMk cId="3157254214" sldId="263"/>
            <ac:spMk id="31" creationId="{AADE614C-ADD3-71ED-FE0B-56356DB4427E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33.305" v="257"/>
          <ac:spMkLst>
            <pc:docMk/>
            <pc:sldMk cId="3157254214" sldId="263"/>
            <ac:spMk id="32" creationId="{ED2DFD96-3C1F-8B51-EF15-6C3E7380441C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35.742" v="260"/>
          <ac:spMkLst>
            <pc:docMk/>
            <pc:sldMk cId="3157254214" sldId="263"/>
            <ac:spMk id="33" creationId="{EAF4644C-5EAC-FC91-B9CD-617B7D113121}"/>
          </ac:spMkLst>
        </pc:spChg>
        <pc:spChg chg="mod">
          <ac:chgData name="IMESH L A R it22281364" userId="S::it22281364@my.sliit.lk::b1162cb1-e634-4926-825e-8fc16de7a4db" providerId="AD" clId="Web-{721FF10A-D855-63DC-4919-2F76244723B9}" dt="2026-08-30T13:19:32.874" v="474" actId="1076"/>
          <ac:spMkLst>
            <pc:docMk/>
            <pc:sldMk cId="3157254214" sldId="263"/>
            <ac:spMk id="34" creationId="{04C253CB-6BD1-DD6C-2971-2FB8C6FC1141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29.008" v="250"/>
          <ac:spMkLst>
            <pc:docMk/>
            <pc:sldMk cId="3157254214" sldId="263"/>
            <ac:spMk id="35" creationId="{5EC54545-385A-F139-E8DF-CAF8B2F55DF3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28.383" v="249"/>
          <ac:spMkLst>
            <pc:docMk/>
            <pc:sldMk cId="3157254214" sldId="263"/>
            <ac:spMk id="36" creationId="{981A0FE0-E514-43EA-F806-833F7ACF67BE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41.601" v="269"/>
          <ac:spMkLst>
            <pc:docMk/>
            <pc:sldMk cId="3157254214" sldId="263"/>
            <ac:spMk id="39" creationId="{CF470C76-8C13-34AB-3971-D0F39BBC7B95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43.601" v="272"/>
          <ac:spMkLst>
            <pc:docMk/>
            <pc:sldMk cId="3157254214" sldId="263"/>
            <ac:spMk id="40" creationId="{E6DD5DA8-DDCB-8C88-652D-5284B5B8FEE7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00:37.820" v="264"/>
          <ac:spMkLst>
            <pc:docMk/>
            <pc:sldMk cId="3157254214" sldId="263"/>
            <ac:spMk id="41" creationId="{B10FF614-43C0-E173-4DD6-B79101BC4160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00:36.867" v="262"/>
          <ac:spMkLst>
            <pc:docMk/>
            <pc:sldMk cId="3157254214" sldId="263"/>
            <ac:spMk id="42" creationId="{3320C469-1BBA-2EB7-4482-8BAA8513D793}"/>
          </ac:spMkLst>
        </pc:spChg>
        <pc:spChg chg="add del mod">
          <ac:chgData name="IMESH L A R it22281364" userId="S::it22281364@my.sliit.lk::b1162cb1-e634-4926-825e-8fc16de7a4db" providerId="AD" clId="Web-{721FF10A-D855-63DC-4919-2F76244723B9}" dt="2026-08-30T13:18:09.264" v="422"/>
          <ac:spMkLst>
            <pc:docMk/>
            <pc:sldMk cId="3157254214" sldId="263"/>
            <ac:spMk id="46" creationId="{1EBEED42-730E-FA79-BF66-E491A08DE287}"/>
          </ac:spMkLst>
        </pc:spChg>
        <pc:spChg chg="add mod">
          <ac:chgData name="IMESH L A R it22281364" userId="S::it22281364@my.sliit.lk::b1162cb1-e634-4926-825e-8fc16de7a4db" providerId="AD" clId="Web-{721FF10A-D855-63DC-4919-2F76244723B9}" dt="2026-08-30T13:19:19.514" v="470" actId="1076"/>
          <ac:spMkLst>
            <pc:docMk/>
            <pc:sldMk cId="3157254214" sldId="263"/>
            <ac:spMk id="47" creationId="{9A11E42D-ECD2-6127-5B2A-8C9706C8D6D2}"/>
          </ac:spMkLst>
        </pc:spChg>
        <pc:picChg chg="add del mod">
          <ac:chgData name="IMESH L A R it22281364" userId="S::it22281364@my.sliit.lk::b1162cb1-e634-4926-825e-8fc16de7a4db" providerId="AD" clId="Web-{721FF10A-D855-63DC-4919-2F76244723B9}" dt="2026-08-30T13:13:39.623" v="370"/>
          <ac:picMkLst>
            <pc:docMk/>
            <pc:sldMk cId="3157254214" sldId="263"/>
            <ac:picMk id="37" creationId="{7722502C-1B60-C965-62CC-69D0E2B26C0F}"/>
          </ac:picMkLst>
        </pc:picChg>
        <pc:picChg chg="add del mod">
          <ac:chgData name="IMESH L A R it22281364" userId="S::it22281364@my.sliit.lk::b1162cb1-e634-4926-825e-8fc16de7a4db" providerId="AD" clId="Web-{721FF10A-D855-63DC-4919-2F76244723B9}" dt="2026-08-30T13:14:18.498" v="373"/>
          <ac:picMkLst>
            <pc:docMk/>
            <pc:sldMk cId="3157254214" sldId="263"/>
            <ac:picMk id="43" creationId="{51789DBD-8D7D-C0AE-B782-C74684065962}"/>
          </ac:picMkLst>
        </pc:picChg>
        <pc:picChg chg="add mod">
          <ac:chgData name="IMESH L A R it22281364" userId="S::it22281364@my.sliit.lk::b1162cb1-e634-4926-825e-8fc16de7a4db" providerId="AD" clId="Web-{721FF10A-D855-63DC-4919-2F76244723B9}" dt="2026-08-30T13:17:34.670" v="397" actId="1076"/>
          <ac:picMkLst>
            <pc:docMk/>
            <pc:sldMk cId="3157254214" sldId="263"/>
            <ac:picMk id="45" creationId="{7A390E66-1842-E26B-BE87-3AF8C2BFCD83}"/>
          </ac:picMkLst>
        </pc:picChg>
      </pc:sldChg>
      <pc:sldChg chg="addSp delSp modSp add replId">
        <pc:chgData name="IMESH L A R it22281364" userId="S::it22281364@my.sliit.lk::b1162cb1-e634-4926-825e-8fc16de7a4db" providerId="AD" clId="Web-{721FF10A-D855-63DC-4919-2F76244723B9}" dt="2026-08-30T13:21:43.813" v="546"/>
        <pc:sldMkLst>
          <pc:docMk/>
          <pc:sldMk cId="2950176812" sldId="264"/>
        </pc:sldMkLst>
        <pc:spChg chg="del mod">
          <ac:chgData name="IMESH L A R it22281364" userId="S::it22281364@my.sliit.lk::b1162cb1-e634-4926-825e-8fc16de7a4db" providerId="AD" clId="Web-{721FF10A-D855-63DC-4919-2F76244723B9}" dt="2026-08-30T13:19:53.733" v="476"/>
          <ac:spMkLst>
            <pc:docMk/>
            <pc:sldMk cId="2950176812" sldId="264"/>
            <ac:spMk id="7" creationId="{A8368613-188E-471E-7A77-62EE99869E9B}"/>
          </ac:spMkLst>
        </pc:spChg>
        <pc:spChg chg="del mod">
          <ac:chgData name="IMESH L A R it22281364" userId="S::it22281364@my.sliit.lk::b1162cb1-e634-4926-825e-8fc16de7a4db" providerId="AD" clId="Web-{721FF10A-D855-63DC-4919-2F76244723B9}" dt="2026-08-30T13:21:43.813" v="546"/>
          <ac:spMkLst>
            <pc:docMk/>
            <pc:sldMk cId="2950176812" sldId="264"/>
            <ac:spMk id="8" creationId="{D2BD0F03-E6CF-CBDE-E988-524EEE8A8445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4.780" v="477"/>
          <ac:spMkLst>
            <pc:docMk/>
            <pc:sldMk cId="2950176812" sldId="264"/>
            <ac:spMk id="9" creationId="{1DA61316-A885-1388-E43A-78CC1CD75640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8"/>
          <ac:spMkLst>
            <pc:docMk/>
            <pc:sldMk cId="2950176812" sldId="264"/>
            <ac:spMk id="10" creationId="{A1D5E6EF-8F90-A870-C766-A8AE01AD919D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9"/>
          <ac:spMkLst>
            <pc:docMk/>
            <pc:sldMk cId="2950176812" sldId="264"/>
            <ac:spMk id="11" creationId="{38D68B90-5356-D780-0B8F-C8C49B1788A1}"/>
          </ac:spMkLst>
        </pc:spChg>
        <pc:spChg chg="add mod">
          <ac:chgData name="IMESH L A R it22281364" userId="S::it22281364@my.sliit.lk::b1162cb1-e634-4926-825e-8fc16de7a4db" providerId="AD" clId="Web-{721FF10A-D855-63DC-4919-2F76244723B9}" dt="2026-08-30T13:21:19.657" v="543" actId="1076"/>
          <ac:spMkLst>
            <pc:docMk/>
            <pc:sldMk cId="2950176812" sldId="264"/>
            <ac:spMk id="12" creationId="{279BE2E3-291F-C399-3747-029FE55EAC1A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8"/>
          <ac:spMkLst>
            <pc:docMk/>
            <pc:sldMk cId="2950176812" sldId="264"/>
            <ac:spMk id="13" creationId="{4E561562-BE5A-4F1E-1BDE-7E21B857380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7"/>
          <ac:spMkLst>
            <pc:docMk/>
            <pc:sldMk cId="2950176812" sldId="264"/>
            <ac:spMk id="14" creationId="{C7CC0A46-FA92-D254-8F6B-0B9939E675BA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6"/>
          <ac:spMkLst>
            <pc:docMk/>
            <pc:sldMk cId="2950176812" sldId="264"/>
            <ac:spMk id="15" creationId="{A2B444A2-D04F-C535-0C43-00CBF6BD129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5"/>
          <ac:spMkLst>
            <pc:docMk/>
            <pc:sldMk cId="2950176812" sldId="264"/>
            <ac:spMk id="16" creationId="{B03D00A0-F1BE-C2B3-FD61-EC503BF5AA47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4"/>
          <ac:spMkLst>
            <pc:docMk/>
            <pc:sldMk cId="2950176812" sldId="264"/>
            <ac:spMk id="17" creationId="{68875BA7-278A-EB6D-60E9-7BB8E4F2ECC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3"/>
          <ac:spMkLst>
            <pc:docMk/>
            <pc:sldMk cId="2950176812" sldId="264"/>
            <ac:spMk id="18" creationId="{B950A340-783C-AB1E-32F3-DE2DC0AA9D43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2"/>
          <ac:spMkLst>
            <pc:docMk/>
            <pc:sldMk cId="2950176812" sldId="264"/>
            <ac:spMk id="19" creationId="{A7009F22-F899-F16D-DAF6-7D19077BB13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1"/>
          <ac:spMkLst>
            <pc:docMk/>
            <pc:sldMk cId="2950176812" sldId="264"/>
            <ac:spMk id="20" creationId="{94C953FE-DCED-40CA-4AF7-4187F6C10454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500"/>
          <ac:spMkLst>
            <pc:docMk/>
            <pc:sldMk cId="2950176812" sldId="264"/>
            <ac:spMk id="21" creationId="{160AF0A9-D58A-542B-BCB1-74E2951CE8D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54" v="499"/>
          <ac:spMkLst>
            <pc:docMk/>
            <pc:sldMk cId="2950176812" sldId="264"/>
            <ac:spMk id="22" creationId="{EF077172-8E9D-E010-A352-2EEA07796F9B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8"/>
          <ac:spMkLst>
            <pc:docMk/>
            <pc:sldMk cId="2950176812" sldId="264"/>
            <ac:spMk id="23" creationId="{C126126F-B323-DDD9-A524-1CEF6689F0D2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7"/>
          <ac:spMkLst>
            <pc:docMk/>
            <pc:sldMk cId="2950176812" sldId="264"/>
            <ac:spMk id="24" creationId="{26FA7203-3734-740F-FDE8-F5DB30C98DB8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6"/>
          <ac:spMkLst>
            <pc:docMk/>
            <pc:sldMk cId="2950176812" sldId="264"/>
            <ac:spMk id="25" creationId="{16005F1A-EA91-DCF8-F8DA-5DCDC58181F2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1.188" v="511"/>
          <ac:spMkLst>
            <pc:docMk/>
            <pc:sldMk cId="2950176812" sldId="264"/>
            <ac:spMk id="35" creationId="{D043BA8D-C323-83E2-375D-CAA864A751C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1.188" v="510"/>
          <ac:spMkLst>
            <pc:docMk/>
            <pc:sldMk cId="2950176812" sldId="264"/>
            <ac:spMk id="36" creationId="{27F47041-92C7-5763-2DD8-3AC4E1CD1B1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5"/>
          <ac:spMkLst>
            <pc:docMk/>
            <pc:sldMk cId="2950176812" sldId="264"/>
            <ac:spMk id="37" creationId="{C15CA77C-AE6E-67F1-5981-1F18C7CC1648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4"/>
          <ac:spMkLst>
            <pc:docMk/>
            <pc:sldMk cId="2950176812" sldId="264"/>
            <ac:spMk id="38" creationId="{543A007C-E521-37FF-EFC7-03D1D8773D7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3"/>
          <ac:spMkLst>
            <pc:docMk/>
            <pc:sldMk cId="2950176812" sldId="264"/>
            <ac:spMk id="39" creationId="{4B746270-2D43-EB50-FF3C-337B824C36A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7"/>
          <ac:spMkLst>
            <pc:docMk/>
            <pc:sldMk cId="2950176812" sldId="264"/>
            <ac:spMk id="41" creationId="{B1AA404A-B721-0AA2-805A-0DE10C317112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2"/>
          <ac:spMkLst>
            <pc:docMk/>
            <pc:sldMk cId="2950176812" sldId="264"/>
            <ac:spMk id="43" creationId="{8F0BF8D3-AE67-C731-9E38-77AD6C4B39DA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1"/>
          <ac:spMkLst>
            <pc:docMk/>
            <pc:sldMk cId="2950176812" sldId="264"/>
            <ac:spMk id="47" creationId="{D2A7937C-27B9-D914-3999-A783C54274B7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6"/>
          <ac:spMkLst>
            <pc:docMk/>
            <pc:sldMk cId="2950176812" sldId="264"/>
            <ac:spMk id="49" creationId="{13B7421C-431A-EE5B-8445-777162571D00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90"/>
          <ac:spMkLst>
            <pc:docMk/>
            <pc:sldMk cId="2950176812" sldId="264"/>
            <ac:spMk id="54" creationId="{9682A1BA-B26B-B17F-B444-E6F7B77B6469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9"/>
          <ac:spMkLst>
            <pc:docMk/>
            <pc:sldMk cId="2950176812" sldId="264"/>
            <ac:spMk id="55" creationId="{FCED5E7C-362B-10FD-102B-8A20797C4183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8"/>
          <ac:spMkLst>
            <pc:docMk/>
            <pc:sldMk cId="2950176812" sldId="264"/>
            <ac:spMk id="56" creationId="{89A97B68-3F62-A660-EA47-FF0BD828AD1E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7"/>
          <ac:spMkLst>
            <pc:docMk/>
            <pc:sldMk cId="2950176812" sldId="264"/>
            <ac:spMk id="57" creationId="{33C8EA48-60C5-9D5C-BCBE-DEA4D2D5D5E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5"/>
          <ac:spMkLst>
            <pc:docMk/>
            <pc:sldMk cId="2950176812" sldId="264"/>
            <ac:spMk id="59" creationId="{3BD79916-9B9B-D210-E164-83916A3F6969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4"/>
          <ac:spMkLst>
            <pc:docMk/>
            <pc:sldMk cId="2950176812" sldId="264"/>
            <ac:spMk id="61" creationId="{69F8E137-6886-4AD7-E0D1-C3943992873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6"/>
          <ac:spMkLst>
            <pc:docMk/>
            <pc:sldMk cId="2950176812" sldId="264"/>
            <ac:spMk id="63" creationId="{B867944C-53BF-0ED3-2A0C-94F4CB11763B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5"/>
          <ac:spMkLst>
            <pc:docMk/>
            <pc:sldMk cId="2950176812" sldId="264"/>
            <ac:spMk id="65" creationId="{E8072BAD-546A-D8A6-DC2E-1F947764D5B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3"/>
          <ac:spMkLst>
            <pc:docMk/>
            <pc:sldMk cId="2950176812" sldId="264"/>
            <ac:spMk id="67" creationId="{67525591-9ECC-2F25-620B-9CC5724602CE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20:02.720" v="512"/>
          <ac:spMkLst>
            <pc:docMk/>
            <pc:sldMk cId="2950176812" sldId="264"/>
            <ac:spMk id="69" creationId="{118189BA-F319-D8A3-02F5-275714F4BD4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4"/>
          <ac:spMkLst>
            <pc:docMk/>
            <pc:sldMk cId="2950176812" sldId="264"/>
            <ac:spMk id="71" creationId="{D1F42273-8393-C2B1-6799-5FF9E99C29E6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3"/>
          <ac:spMkLst>
            <pc:docMk/>
            <pc:sldMk cId="2950176812" sldId="264"/>
            <ac:spMk id="73" creationId="{8D67FEED-A63F-D1B6-7556-9FEEC28736AF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7.624" v="478"/>
          <ac:spMkLst>
            <pc:docMk/>
            <pc:sldMk cId="2950176812" sldId="264"/>
            <ac:spMk id="75" creationId="{3BADF078-8E63-B9CC-B0EE-E947944C3577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2"/>
          <ac:spMkLst>
            <pc:docMk/>
            <pc:sldMk cId="2950176812" sldId="264"/>
            <ac:spMk id="76" creationId="{56BF2BAB-2F3F-5EBA-7804-A72800C6B5E3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1"/>
          <ac:spMkLst>
            <pc:docMk/>
            <pc:sldMk cId="2950176812" sldId="264"/>
            <ac:spMk id="77" creationId="{B782C4B0-C014-36DD-6381-7A1C331DC47C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80"/>
          <ac:spMkLst>
            <pc:docMk/>
            <pc:sldMk cId="2950176812" sldId="264"/>
            <ac:spMk id="78" creationId="{CB8FF032-EE18-E82A-DA61-12E6AD854B75}"/>
          </ac:spMkLst>
        </pc:spChg>
        <pc:spChg chg="del">
          <ac:chgData name="IMESH L A R it22281364" userId="S::it22281364@my.sliit.lk::b1162cb1-e634-4926-825e-8fc16de7a4db" providerId="AD" clId="Web-{721FF10A-D855-63DC-4919-2F76244723B9}" dt="2026-08-30T13:19:59.938" v="479"/>
          <ac:spMkLst>
            <pc:docMk/>
            <pc:sldMk cId="2950176812" sldId="264"/>
            <ac:spMk id="79" creationId="{576D8508-81B3-2308-6076-5FF41EACE21E}"/>
          </ac:spMkLst>
        </pc:spChg>
      </pc:sldChg>
      <pc:sldChg chg="add del">
        <pc:chgData name="IMESH L A R it22281364" userId="S::it22281364@my.sliit.lk::b1162cb1-e634-4926-825e-8fc16de7a4db" providerId="AD" clId="Web-{721FF10A-D855-63DC-4919-2F76244723B9}" dt="2026-08-30T13:11:28.119" v="351"/>
        <pc:sldMkLst>
          <pc:docMk/>
          <pc:sldMk cId="512671004" sldId="295"/>
        </pc:sldMkLst>
      </pc:sldChg>
      <pc:sldMasterChg chg="addSldLayout">
        <pc:chgData name="IMESH L A R it22281364" userId="S::it22281364@my.sliit.lk::b1162cb1-e634-4926-825e-8fc16de7a4db" providerId="AD" clId="Web-{721FF10A-D855-63DC-4919-2F76244723B9}" dt="2026-08-30T13:11:20.901" v="350"/>
        <pc:sldMasterMkLst>
          <pc:docMk/>
          <pc:sldMasterMk cId="0" sldId="2147483648"/>
        </pc:sldMasterMkLst>
        <pc:sldLayoutChg chg="add">
          <pc:chgData name="IMESH L A R it22281364" userId="S::it22281364@my.sliit.lk::b1162cb1-e634-4926-825e-8fc16de7a4db" providerId="AD" clId="Web-{721FF10A-D855-63DC-4919-2F76244723B9}" dt="2026-08-30T13:11:20.901" v="350"/>
          <pc:sldLayoutMkLst>
            <pc:docMk/>
            <pc:sldMasterMk cId="0" sldId="2147483648"/>
            <pc:sldLayoutMk cId="1822662800" sldId="2147483651"/>
          </pc:sldLayoutMkLst>
        </pc:sldLayoutChg>
      </pc:sldMasterChg>
    </pc:docChg>
  </pc:docChgLst>
  <pc:docChgLst>
    <pc:chgData name="SUBASINGHE M. H. R. I it22089786" userId="86b2c7ec-ac95-4ad1-9dfc-8980b8b35838" providerId="ADAL" clId="{23647E79-0729-4205-829F-7C5AE08844BE}"/>
    <pc:docChg chg="undo custSel modSld">
      <pc:chgData name="SUBASINGHE M. H. R. I it22089786" userId="86b2c7ec-ac95-4ad1-9dfc-8980b8b35838" providerId="ADAL" clId="{23647E79-0729-4205-829F-7C5AE08844BE}" dt="2026-08-31T05:31:20.419" v="176" actId="1076"/>
      <pc:docMkLst>
        <pc:docMk/>
      </pc:docMkLst>
      <pc:sldChg chg="addSp delSp modSp mod">
        <pc:chgData name="SUBASINGHE M. H. R. I it22089786" userId="86b2c7ec-ac95-4ad1-9dfc-8980b8b35838" providerId="ADAL" clId="{23647E79-0729-4205-829F-7C5AE08844BE}" dt="2026-08-30T13:40:18.277" v="105" actId="14100"/>
        <pc:sldMkLst>
          <pc:docMk/>
          <pc:sldMk cId="0" sldId="256"/>
        </pc:sldMkLst>
        <pc:spChg chg="mod">
          <ac:chgData name="SUBASINGHE M. H. R. I it22089786" userId="86b2c7ec-ac95-4ad1-9dfc-8980b8b35838" providerId="ADAL" clId="{23647E79-0729-4205-829F-7C5AE08844BE}" dt="2026-08-30T13:39:16.396" v="98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3:40:18.277" v="105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3:39:51.304" v="104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1:39.331" v="2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1:43.775" v="3" actId="1076"/>
          <ac:spMkLst>
            <pc:docMk/>
            <pc:sldMk cId="0" sldId="256"/>
            <ac:spMk id="29" creationId="{00000000-0000-0000-0000-000000000000}"/>
          </ac:spMkLst>
        </pc:spChg>
        <pc:spChg chg="add del">
          <ac:chgData name="SUBASINGHE M. H. R. I it22089786" userId="86b2c7ec-ac95-4ad1-9dfc-8980b8b35838" providerId="ADAL" clId="{23647E79-0729-4205-829F-7C5AE08844BE}" dt="2026-08-30T13:38:07.135" v="71" actId="478"/>
          <ac:spMkLst>
            <pc:docMk/>
            <pc:sldMk cId="0" sldId="256"/>
            <ac:spMk id="37" creationId="{E948094E-3673-421D-B90E-491C87E4D591}"/>
          </ac:spMkLst>
        </pc:spChg>
        <pc:spChg chg="add mod">
          <ac:chgData name="SUBASINGHE M. H. R. I it22089786" userId="86b2c7ec-ac95-4ad1-9dfc-8980b8b35838" providerId="ADAL" clId="{23647E79-0729-4205-829F-7C5AE08844BE}" dt="2026-08-30T13:39:11.769" v="97" actId="1076"/>
          <ac:spMkLst>
            <pc:docMk/>
            <pc:sldMk cId="0" sldId="256"/>
            <ac:spMk id="38" creationId="{19728E8B-82ED-2E0E-06F3-198783043726}"/>
          </ac:spMkLst>
        </pc:spChg>
        <pc:spChg chg="mod">
          <ac:chgData name="SUBASINGHE M. H. R. I it22089786" userId="86b2c7ec-ac95-4ad1-9dfc-8980b8b35838" providerId="ADAL" clId="{23647E79-0729-4205-829F-7C5AE08844BE}" dt="2026-08-30T12:31:32.070" v="0" actId="1076"/>
          <ac:spMkLst>
            <pc:docMk/>
            <pc:sldMk cId="0" sldId="256"/>
            <ac:spMk id="39" creationId="{BF75E362-B2D7-617D-1F91-A1A0C6811FAF}"/>
          </ac:spMkLst>
        </pc:spChg>
        <pc:spChg chg="mod">
          <ac:chgData name="SUBASINGHE M. H. R. I it22089786" userId="86b2c7ec-ac95-4ad1-9dfc-8980b8b35838" providerId="ADAL" clId="{23647E79-0729-4205-829F-7C5AE08844BE}" dt="2026-08-30T12:31:35.849" v="1" actId="1076"/>
          <ac:spMkLst>
            <pc:docMk/>
            <pc:sldMk cId="0" sldId="256"/>
            <ac:spMk id="40" creationId="{EC93A1A3-5680-0574-C1BF-553B50BD7606}"/>
          </ac:spMkLst>
        </pc:spChg>
        <pc:spChg chg="mod">
          <ac:chgData name="SUBASINGHE M. H. R. I it22089786" userId="86b2c7ec-ac95-4ad1-9dfc-8980b8b35838" providerId="ADAL" clId="{23647E79-0729-4205-829F-7C5AE08844BE}" dt="2026-08-30T12:31:47.579" v="4" actId="1076"/>
          <ac:spMkLst>
            <pc:docMk/>
            <pc:sldMk cId="0" sldId="256"/>
            <ac:spMk id="41" creationId="{10CDB24D-FC5F-6ED1-293E-B25A4CE7F10A}"/>
          </ac:spMkLst>
        </pc:spChg>
      </pc:sldChg>
      <pc:sldChg chg="addSp delSp modSp mod">
        <pc:chgData name="SUBASINGHE M. H. R. I it22089786" userId="86b2c7ec-ac95-4ad1-9dfc-8980b8b35838" providerId="ADAL" clId="{23647E79-0729-4205-829F-7C5AE08844BE}" dt="2026-08-30T14:19:39.485" v="161" actId="1076"/>
        <pc:sldMkLst>
          <pc:docMk/>
          <pc:sldMk cId="0" sldId="257"/>
        </pc:sldMkLst>
        <pc:spChg chg="mod">
          <ac:chgData name="SUBASINGHE M. H. R. I it22089786" userId="86b2c7ec-ac95-4ad1-9dfc-8980b8b35838" providerId="ADAL" clId="{23647E79-0729-4205-829F-7C5AE08844BE}" dt="2026-08-30T14:19:32.625" v="159" actId="21"/>
          <ac:spMkLst>
            <pc:docMk/>
            <pc:sldMk cId="0" sldId="257"/>
            <ac:spMk id="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3:01:22.938" v="44" actId="1076"/>
          <ac:spMkLst>
            <pc:docMk/>
            <pc:sldMk cId="0" sldId="257"/>
            <ac:spMk id="21" creationId="{00000000-0000-0000-0000-000000000000}"/>
          </ac:spMkLst>
        </pc:spChg>
        <pc:spChg chg="add del mod">
          <ac:chgData name="SUBASINGHE M. H. R. I it22089786" userId="86b2c7ec-ac95-4ad1-9dfc-8980b8b35838" providerId="ADAL" clId="{23647E79-0729-4205-829F-7C5AE08844BE}" dt="2026-08-30T14:18:51.291" v="151" actId="478"/>
          <ac:spMkLst>
            <pc:docMk/>
            <pc:sldMk cId="0" sldId="257"/>
            <ac:spMk id="42" creationId="{C5012C92-EA64-1385-3F1A-E088B45E1D75}"/>
          </ac:spMkLst>
        </pc:spChg>
        <pc:spChg chg="add mod">
          <ac:chgData name="SUBASINGHE M. H. R. I it22089786" userId="86b2c7ec-ac95-4ad1-9dfc-8980b8b35838" providerId="ADAL" clId="{23647E79-0729-4205-829F-7C5AE08844BE}" dt="2026-08-30T14:19:39.485" v="161" actId="1076"/>
          <ac:spMkLst>
            <pc:docMk/>
            <pc:sldMk cId="0" sldId="257"/>
            <ac:spMk id="44" creationId="{3B7C65DA-B5FD-AA1E-D808-632FC80E1747}"/>
          </ac:spMkLst>
        </pc:spChg>
      </pc:sldChg>
      <pc:sldChg chg="addSp delSp modSp mod">
        <pc:chgData name="SUBASINGHE M. H. R. I it22089786" userId="86b2c7ec-ac95-4ad1-9dfc-8980b8b35838" providerId="ADAL" clId="{23647E79-0729-4205-829F-7C5AE08844BE}" dt="2026-08-30T14:18:44.191" v="150" actId="1076"/>
        <pc:sldMkLst>
          <pc:docMk/>
          <pc:sldMk cId="0" sldId="258"/>
        </pc:sldMkLst>
        <pc:spChg chg="mod">
          <ac:chgData name="SUBASINGHE M. H. R. I it22089786" userId="86b2c7ec-ac95-4ad1-9dfc-8980b8b35838" providerId="ADAL" clId="{23647E79-0729-4205-829F-7C5AE08844BE}" dt="2026-08-30T14:18:41.528" v="149" actId="1076"/>
          <ac:spMkLst>
            <pc:docMk/>
            <pc:sldMk cId="0" sldId="258"/>
            <ac:spMk id="5" creationId="{CBD970E4-7768-F296-93D7-2DC9B4B02C12}"/>
          </ac:spMkLst>
        </pc:spChg>
        <pc:spChg chg="mod">
          <ac:chgData name="SUBASINGHE M. H. R. I it22089786" userId="86b2c7ec-ac95-4ad1-9dfc-8980b8b35838" providerId="ADAL" clId="{23647E79-0729-4205-829F-7C5AE08844BE}" dt="2026-08-30T14:18:44.191" v="150" actId="1076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SUBASINGHE M. H. R. I it22089786" userId="86b2c7ec-ac95-4ad1-9dfc-8980b8b35838" providerId="ADAL" clId="{23647E79-0729-4205-829F-7C5AE08844BE}" dt="2026-08-30T14:03:09.957" v="112" actId="478"/>
          <ac:spMkLst>
            <pc:docMk/>
            <pc:sldMk cId="0" sldId="258"/>
            <ac:spMk id="38" creationId="{38CBA7C3-B2F9-3BC6-960F-876C7DBB9C27}"/>
          </ac:spMkLst>
        </pc:spChg>
      </pc:sldChg>
      <pc:sldChg chg="addSp delSp modSp mod">
        <pc:chgData name="SUBASINGHE M. H. R. I it22089786" userId="86b2c7ec-ac95-4ad1-9dfc-8980b8b35838" providerId="ADAL" clId="{23647E79-0729-4205-829F-7C5AE08844BE}" dt="2026-08-30T14:18:30.231" v="148" actId="1076"/>
        <pc:sldMkLst>
          <pc:docMk/>
          <pc:sldMk cId="0" sldId="259"/>
        </pc:sldMkLst>
        <pc:spChg chg="mod">
          <ac:chgData name="SUBASINGHE M. H. R. I it22089786" userId="86b2c7ec-ac95-4ad1-9dfc-8980b8b35838" providerId="ADAL" clId="{23647E79-0729-4205-829F-7C5AE08844BE}" dt="2026-08-30T14:18:26.159" v="147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3:00:49.119" v="39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SUBASINGHE M. H. R. I it22089786" userId="86b2c7ec-ac95-4ad1-9dfc-8980b8b35838" providerId="ADAL" clId="{23647E79-0729-4205-829F-7C5AE08844BE}" dt="2026-08-30T14:18:30.231" v="148" actId="1076"/>
          <ac:picMkLst>
            <pc:docMk/>
            <pc:sldMk cId="0" sldId="259"/>
            <ac:picMk id="12" creationId="{672FA811-1800-8FDF-427F-E6746C24944F}"/>
          </ac:picMkLst>
        </pc:picChg>
        <pc:picChg chg="add del mod">
          <ac:chgData name="SUBASINGHE M. H. R. I it22089786" userId="86b2c7ec-ac95-4ad1-9dfc-8980b8b35838" providerId="ADAL" clId="{23647E79-0729-4205-829F-7C5AE08844BE}" dt="2026-08-30T14:02:33.427" v="109" actId="478"/>
          <ac:picMkLst>
            <pc:docMk/>
            <pc:sldMk cId="0" sldId="259"/>
            <ac:picMk id="14" creationId="{2323FD96-63FD-7B29-F47B-A9EE800C93BD}"/>
          </ac:picMkLst>
        </pc:picChg>
        <pc:picChg chg="del">
          <ac:chgData name="SUBASINGHE M. H. R. I it22089786" userId="86b2c7ec-ac95-4ad1-9dfc-8980b8b35838" providerId="ADAL" clId="{23647E79-0729-4205-829F-7C5AE08844BE}" dt="2026-08-30T13:21:55.662" v="45" actId="478"/>
          <ac:picMkLst>
            <pc:docMk/>
            <pc:sldMk cId="0" sldId="259"/>
            <ac:picMk id="71" creationId="{E58E480A-341F-899E-DB75-2418CB180885}"/>
          </ac:picMkLst>
        </pc:picChg>
      </pc:sldChg>
      <pc:sldChg chg="delSp modSp mod">
        <pc:chgData name="SUBASINGHE M. H. R. I it22089786" userId="86b2c7ec-ac95-4ad1-9dfc-8980b8b35838" providerId="ADAL" clId="{23647E79-0729-4205-829F-7C5AE08844BE}" dt="2026-08-31T05:31:20.419" v="176" actId="1076"/>
        <pc:sldMkLst>
          <pc:docMk/>
          <pc:sldMk cId="0" sldId="260"/>
        </pc:sldMkLst>
        <pc:spChg chg="mod">
          <ac:chgData name="SUBASINGHE M. H. R. I it22089786" userId="86b2c7ec-ac95-4ad1-9dfc-8980b8b35838" providerId="ADAL" clId="{23647E79-0729-4205-829F-7C5AE08844BE}" dt="2026-08-31T05:31:20.419" v="176" actId="1076"/>
          <ac:spMkLst>
            <pc:docMk/>
            <pc:sldMk cId="0" sldId="260"/>
            <ac:spMk id="121" creationId="{22F6573B-B2E8-CE68-D5C6-88856EF5A968}"/>
          </ac:spMkLst>
        </pc:spChg>
        <pc:picChg chg="del">
          <ac:chgData name="SUBASINGHE M. H. R. I it22089786" userId="86b2c7ec-ac95-4ad1-9dfc-8980b8b35838" providerId="ADAL" clId="{23647E79-0729-4205-829F-7C5AE08844BE}" dt="2026-08-31T05:31:15.070" v="175" actId="478"/>
          <ac:picMkLst>
            <pc:docMk/>
            <pc:sldMk cId="0" sldId="260"/>
            <ac:picMk id="124" creationId="{1E370192-E900-2EA2-17B1-4360D4F3E060}"/>
          </ac:picMkLst>
        </pc:picChg>
      </pc:sldChg>
      <pc:sldChg chg="modSp mod">
        <pc:chgData name="SUBASINGHE M. H. R. I it22089786" userId="86b2c7ec-ac95-4ad1-9dfc-8980b8b35838" providerId="ADAL" clId="{23647E79-0729-4205-829F-7C5AE08844BE}" dt="2026-08-30T14:30:26.196" v="174"/>
        <pc:sldMkLst>
          <pc:docMk/>
          <pc:sldMk cId="0" sldId="261"/>
        </pc:sldMkLst>
        <pc:spChg chg="mod">
          <ac:chgData name="SUBASINGHE M. H. R. I it22089786" userId="86b2c7ec-ac95-4ad1-9dfc-8980b8b35838" providerId="ADAL" clId="{23647E79-0729-4205-829F-7C5AE08844BE}" dt="2026-08-30T12:36:32.228" v="31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6:37.138" v="3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6:15" v="30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6:01.455" v="29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4:09:27.485" v="144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4:30:14.718" v="172" actId="20577"/>
          <ac:spMkLst>
            <pc:docMk/>
            <pc:sldMk cId="0" sldId="261"/>
            <ac:spMk id="26" creationId="{EF712FBD-85A2-46B5-1685-50C7F594E386}"/>
          </ac:spMkLst>
        </pc:spChg>
        <pc:spChg chg="mod">
          <ac:chgData name="SUBASINGHE M. H. R. I it22089786" userId="86b2c7ec-ac95-4ad1-9dfc-8980b8b35838" providerId="ADAL" clId="{23647E79-0729-4205-829F-7C5AE08844BE}" dt="2026-08-30T14:30:26.196" v="174"/>
          <ac:spMkLst>
            <pc:docMk/>
            <pc:sldMk cId="0" sldId="261"/>
            <ac:spMk id="29" creationId="{A8892372-9DEE-7B20-6B5A-AB3B58BCC58D}"/>
          </ac:spMkLst>
        </pc:spChg>
        <pc:graphicFrameChg chg="mod modGraphic">
          <ac:chgData name="SUBASINGHE M. H. R. I it22089786" userId="86b2c7ec-ac95-4ad1-9dfc-8980b8b35838" providerId="ADAL" clId="{23647E79-0729-4205-829F-7C5AE08844BE}" dt="2026-08-30T12:35:40.053" v="27" actId="14734"/>
          <ac:graphicFrameMkLst>
            <pc:docMk/>
            <pc:sldMk cId="0" sldId="261"/>
            <ac:graphicFrameMk id="27" creationId="{B8CDD5BB-225E-4439-6DA8-105A8AE50547}"/>
          </ac:graphicFrameMkLst>
        </pc:graphicFrameChg>
      </pc:sldChg>
      <pc:sldChg chg="modSp mod">
        <pc:chgData name="SUBASINGHE M. H. R. I it22089786" userId="86b2c7ec-ac95-4ad1-9dfc-8980b8b35838" providerId="ADAL" clId="{23647E79-0729-4205-829F-7C5AE08844BE}" dt="2026-08-30T14:20:20.791" v="162" actId="1076"/>
        <pc:sldMkLst>
          <pc:docMk/>
          <pc:sldMk cId="0" sldId="262"/>
        </pc:sldMkLst>
        <pc:spChg chg="mod">
          <ac:chgData name="SUBASINGHE M. H. R. I it22089786" userId="86b2c7ec-ac95-4ad1-9dfc-8980b8b35838" providerId="ADAL" clId="{23647E79-0729-4205-829F-7C5AE08844BE}" dt="2026-08-30T14:20:20.791" v="16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08-30T12:32:31.429" v="8" actId="20577"/>
          <ac:spMkLst>
            <pc:docMk/>
            <pc:sldMk cId="0" sldId="262"/>
            <ac:spMk id="22" creationId="{00000000-0000-0000-0000-000000000000}"/>
          </ac:spMkLst>
        </pc:spChg>
      </pc:sldChg>
      <pc:sldChg chg="addSp delSp mod">
        <pc:chgData name="SUBASINGHE M. H. R. I it22089786" userId="86b2c7ec-ac95-4ad1-9dfc-8980b8b35838" providerId="ADAL" clId="{23647E79-0729-4205-829F-7C5AE08844BE}" dt="2026-08-30T12:59:50.655" v="36" actId="22"/>
        <pc:sldMkLst>
          <pc:docMk/>
          <pc:sldMk cId="3157254214" sldId="263"/>
        </pc:sldMkLst>
        <pc:spChg chg="del">
          <ac:chgData name="SUBASINGHE M. H. R. I it22089786" userId="86b2c7ec-ac95-4ad1-9dfc-8980b8b35838" providerId="ADAL" clId="{23647E79-0729-4205-829F-7C5AE08844BE}" dt="2026-08-30T12:59:35.899" v="33" actId="478"/>
          <ac:spMkLst>
            <pc:docMk/>
            <pc:sldMk cId="3157254214" sldId="263"/>
            <ac:spMk id="5" creationId="{B0AB17B3-BBC9-47FD-51CF-4F448D828E1D}"/>
          </ac:spMkLst>
        </pc:spChg>
        <pc:spChg chg="add del">
          <ac:chgData name="SUBASINGHE M. H. R. I it22089786" userId="86b2c7ec-ac95-4ad1-9dfc-8980b8b35838" providerId="ADAL" clId="{23647E79-0729-4205-829F-7C5AE08844BE}" dt="2026-08-30T12:59:38.782" v="35" actId="22"/>
          <ac:spMkLst>
            <pc:docMk/>
            <pc:sldMk cId="3157254214" sldId="263"/>
            <ac:spMk id="38" creationId="{57624E44-9612-56CE-8934-89A0CACB69BB}"/>
          </ac:spMkLst>
        </pc:spChg>
        <pc:spChg chg="add">
          <ac:chgData name="SUBASINGHE M. H. R. I it22089786" userId="86b2c7ec-ac95-4ad1-9dfc-8980b8b35838" providerId="ADAL" clId="{23647E79-0729-4205-829F-7C5AE08844BE}" dt="2026-08-30T12:59:50.655" v="36" actId="22"/>
          <ac:spMkLst>
            <pc:docMk/>
            <pc:sldMk cId="3157254214" sldId="263"/>
            <ac:spMk id="44" creationId="{3B8228E7-2DB9-1BA1-2B47-69222494DB5D}"/>
          </ac:spMkLst>
        </pc:spChg>
      </pc:sldChg>
      <pc:sldChg chg="modSp mod">
        <pc:chgData name="SUBASINGHE M. H. R. I it22089786" userId="86b2c7ec-ac95-4ad1-9dfc-8980b8b35838" providerId="ADAL" clId="{23647E79-0729-4205-829F-7C5AE08844BE}" dt="2026-08-30T13:54:44.013" v="106" actId="20577"/>
        <pc:sldMkLst>
          <pc:docMk/>
          <pc:sldMk cId="2950176812" sldId="264"/>
        </pc:sldMkLst>
        <pc:spChg chg="mod">
          <ac:chgData name="SUBASINGHE M. H. R. I it22089786" userId="86b2c7ec-ac95-4ad1-9dfc-8980b8b35838" providerId="ADAL" clId="{23647E79-0729-4205-829F-7C5AE08844BE}" dt="2026-08-30T13:54:44.013" v="106" actId="20577"/>
          <ac:spMkLst>
            <pc:docMk/>
            <pc:sldMk cId="2950176812" sldId="264"/>
            <ac:spMk id="12" creationId="{279BE2E3-291F-C399-3747-029FE55EAC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09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B0FE4-48C6-F951-2C3A-A80DE604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16591-AC0B-6860-377E-40C81DA67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899FE-184F-1B65-DCF1-6A53ABB26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218CC-1CA3-EA0D-EC55-1A11F9962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9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53F05-AE82-74C2-4B97-592D06BB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586DD-FFD4-9FC7-BA91-30A49B474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F7628-3222-F26D-079A-11869968B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User-provided Lumora project description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5F60D-9481-8AF5-7495-90EAEC929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15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266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0233E-8DE3-6688-F475-A1EA2F08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657966-549A-735E-26D1-2A9013AB5521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55861A-FB5C-1420-CB85-82C301B930D0}"/>
              </a:ext>
            </a:extLst>
          </p:cNvPr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FFFFFF"/>
                </a:solidFill>
                <a:latin typeface="Aptos"/>
              </a:rPr>
              <a:t>R26-SE-004</a:t>
            </a:r>
            <a:endParaRPr lang="en-US" sz="15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10793C-EEED-734A-4295-62CF90332636}"/>
              </a:ext>
            </a:extLst>
          </p:cNvPr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324617-1C1F-6825-78EA-D5C8308114D8}"/>
              </a:ext>
            </a:extLst>
          </p:cNvPr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BDEBFF"/>
                </a:solidFill>
              </a:rPr>
              <a:t>01</a:t>
            </a:r>
            <a:endParaRPr lang="en-US" sz="1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658C4A-8179-8B80-5D0B-3B1B2D1E03C1}"/>
              </a:ext>
            </a:extLst>
          </p:cNvPr>
          <p:cNvSpPr/>
          <p:nvPr/>
        </p:nvSpPr>
        <p:spPr>
          <a:xfrm>
            <a:off x="1078270" y="3110160"/>
            <a:ext cx="10040352" cy="176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3200" b="1">
                <a:latin typeface="Arial Nova"/>
                <a:ea typeface="Aptos Display" pitchFamily="34" charset="-122"/>
                <a:cs typeface="Aptos Display" pitchFamily="34" charset="-120"/>
              </a:rPr>
              <a:t>Adaptive Cognitive Load and Style Prediction System for Online Learning Using Behavioral Patterns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4000" b="1">
              <a:solidFill>
                <a:srgbClr val="1E293B"/>
              </a:solidFill>
              <a:latin typeface="Aptos Display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FDAD3A-5C21-51DC-536F-C5211597D9C1}"/>
              </a:ext>
            </a:extLst>
          </p:cNvPr>
          <p:cNvSpPr/>
          <p:nvPr/>
        </p:nvSpPr>
        <p:spPr>
          <a:xfrm>
            <a:off x="913367" y="5913750"/>
            <a:ext cx="1029805" cy="45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3"/>
                </a:solidFill>
              </a:rPr>
              <a:t>2026-08-31</a:t>
            </a:r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4C253CB-6BD1-DD6C-2971-2FB8C6FC1141}"/>
              </a:ext>
            </a:extLst>
          </p:cNvPr>
          <p:cNvSpPr/>
          <p:nvPr/>
        </p:nvSpPr>
        <p:spPr>
          <a:xfrm>
            <a:off x="4507571" y="5349938"/>
            <a:ext cx="3169118" cy="47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1E293B"/>
                </a:solidFill>
                <a:ea typeface="+mn-lt"/>
                <a:cs typeface="+mn-lt"/>
              </a:rPr>
              <a:t>Group ID - R26-SE-004</a:t>
            </a:r>
            <a:endParaRPr lang="en-US" sz="240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3B8228E7-2DB9-1BA1-2B47-69222494DB5D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A390E66-1842-E26B-BE87-3AF8C2BFC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49" y="659212"/>
            <a:ext cx="1971676" cy="20418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A11E42D-ECD2-6127-5B2A-8C9706C8D6D2}"/>
              </a:ext>
            </a:extLst>
          </p:cNvPr>
          <p:cNvSpPr txBox="1"/>
          <p:nvPr/>
        </p:nvSpPr>
        <p:spPr>
          <a:xfrm>
            <a:off x="4169966" y="4738867"/>
            <a:ext cx="38630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Progress Presentation 2</a:t>
            </a:r>
          </a:p>
        </p:txBody>
      </p:sp>
    </p:spTree>
    <p:extLst>
      <p:ext uri="{BB962C8B-B14F-4D97-AF65-F5344CB8AC3E}">
        <p14:creationId xmlns:p14="http://schemas.microsoft.com/office/powerpoint/2010/main" val="315725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FFFFFF"/>
                </a:solidFill>
                <a:latin typeface="Aptos"/>
              </a:rPr>
              <a:t>R26-SE-004</a:t>
            </a:r>
            <a:endParaRPr lang="en-US" sz="15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757099"/>
            <a:ext cx="148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000" u="sng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9946" y="1321279"/>
            <a:ext cx="10915509" cy="67665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1E293B"/>
                </a:solidFill>
              </a:rPr>
              <a:t>Most e-learning platforms deliver the same lesson to every student, although learners differ in cognitive style and cognitive load.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12648" y="269748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" y="2697480"/>
            <a:ext cx="73152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8620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822960" y="3227832"/>
            <a:ext cx="30815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60">
                <a:solidFill>
                  <a:srgbClr val="64748B"/>
                </a:solidFill>
              </a:rPr>
              <a:t>Cognitive mismatch creates overload, confusion, low motivation and weak retention.</a:t>
            </a:r>
            <a:endParaRPr lang="en-US" sz="1260"/>
          </a:p>
        </p:txBody>
      </p:sp>
      <p:sp>
        <p:nvSpPr>
          <p:cNvPr id="14" name="Shape 12"/>
          <p:cNvSpPr/>
          <p:nvPr/>
        </p:nvSpPr>
        <p:spPr>
          <a:xfrm>
            <a:off x="4370832" y="269748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70832" y="2697480"/>
            <a:ext cx="7315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81144" y="28620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Educators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4581144" y="3227832"/>
            <a:ext cx="30815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60">
                <a:solidFill>
                  <a:srgbClr val="64748B"/>
                </a:solidFill>
              </a:rPr>
              <a:t>Limited visibility into how students learn, where overload happens and what support is needed.</a:t>
            </a:r>
            <a:endParaRPr lang="en-US" sz="1260"/>
          </a:p>
        </p:txBody>
      </p:sp>
      <p:sp>
        <p:nvSpPr>
          <p:cNvPr id="18" name="Shape 16"/>
          <p:cNvSpPr/>
          <p:nvPr/>
        </p:nvSpPr>
        <p:spPr>
          <a:xfrm>
            <a:off x="8129016" y="269748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29016" y="2697480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39328" y="28620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Institutions / Platform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8339328" y="3227832"/>
            <a:ext cx="30815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60">
                <a:solidFill>
                  <a:srgbClr val="64748B"/>
                </a:solidFill>
              </a:rPr>
              <a:t>Generic learning paths make it hard to prove outcomes or provide scalable personalization.</a:t>
            </a:r>
            <a:endParaRPr lang="en-US" sz="1260"/>
          </a:p>
        </p:txBody>
      </p:sp>
      <p:sp>
        <p:nvSpPr>
          <p:cNvPr id="22" name="Shape 20"/>
          <p:cNvSpPr/>
          <p:nvPr/>
        </p:nvSpPr>
        <p:spPr>
          <a:xfrm>
            <a:off x="120136" y="4047967"/>
            <a:ext cx="11586562" cy="2619274"/>
          </a:xfrm>
          <a:prstGeom prst="roundRect">
            <a:avLst>
              <a:gd name="adj" fmla="val 6757"/>
            </a:avLst>
          </a:prstGeom>
          <a:solidFill>
            <a:srgbClr val="ECF8FF"/>
          </a:solidFill>
          <a:ln w="12700">
            <a:solidFill>
              <a:srgbClr val="BEEB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67073" y="4960962"/>
            <a:ext cx="1955330" cy="45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>
                <a:solidFill>
                  <a:srgbClr val="102A43"/>
                </a:solidFill>
              </a:rPr>
              <a:t>Measurable pain points</a:t>
            </a:r>
            <a:endParaRPr lang="en-US" sz="1600" u="sng"/>
          </a:p>
        </p:txBody>
      </p:sp>
      <p:sp>
        <p:nvSpPr>
          <p:cNvPr id="24" name="Shape 22"/>
          <p:cNvSpPr/>
          <p:nvPr/>
        </p:nvSpPr>
        <p:spPr>
          <a:xfrm>
            <a:off x="2581668" y="4359874"/>
            <a:ext cx="1693326" cy="700897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2775623" y="4594409"/>
            <a:ext cx="1311351" cy="22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High cognitive load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6375279" y="4369166"/>
            <a:ext cx="1618985" cy="691604"/>
          </a:xfrm>
          <a:prstGeom prst="roundRect">
            <a:avLst>
              <a:gd name="adj" fmla="val 22857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6448430" y="4510775"/>
            <a:ext cx="1450741" cy="3030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Low completion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5494901" y="5189660"/>
            <a:ext cx="1842010" cy="812409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5761866" y="5479761"/>
            <a:ext cx="1311351" cy="22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Weak quiz performance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9964348" y="4421642"/>
            <a:ext cx="1591107" cy="673019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10056084" y="4615232"/>
            <a:ext cx="1422863" cy="28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Longer time to understand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8135946" y="4399925"/>
            <a:ext cx="1656157" cy="673019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8231162" y="4567972"/>
            <a:ext cx="1478619" cy="28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Low content relevance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1618036" y="6175519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93B"/>
                </a:solidFill>
              </a:rPr>
              <a:t>Lumora measures these signals and adapts the content instead of keeping the lesson static.</a:t>
            </a:r>
            <a:endParaRPr lang="en-US" sz="160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2B564846-E328-8E93-9105-460F42010F79}"/>
              </a:ext>
            </a:extLst>
          </p:cNvPr>
          <p:cNvSpPr/>
          <p:nvPr/>
        </p:nvSpPr>
        <p:spPr>
          <a:xfrm>
            <a:off x="4388903" y="4342827"/>
            <a:ext cx="1823424" cy="738067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F43B8501-CADB-38A9-8F8B-4FF192485075}"/>
              </a:ext>
            </a:extLst>
          </p:cNvPr>
          <p:cNvSpPr/>
          <p:nvPr/>
        </p:nvSpPr>
        <p:spPr>
          <a:xfrm>
            <a:off x="4610737" y="4595948"/>
            <a:ext cx="1487912" cy="23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Cognitive Style mismatches</a:t>
            </a:r>
            <a:endParaRPr lang="en-US" sz="160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BF75E362-B2D7-617D-1F91-A1A0C6811FAF}"/>
              </a:ext>
            </a:extLst>
          </p:cNvPr>
          <p:cNvSpPr/>
          <p:nvPr/>
        </p:nvSpPr>
        <p:spPr>
          <a:xfrm>
            <a:off x="3127438" y="5196842"/>
            <a:ext cx="2205509" cy="812409"/>
          </a:xfrm>
          <a:prstGeom prst="roundRect">
            <a:avLst>
              <a:gd name="adj" fmla="val 22857"/>
            </a:avLst>
          </a:prstGeom>
          <a:solidFill>
            <a:schemeClr val="accent2">
              <a:lumMod val="75000"/>
            </a:scheme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EC93A1A3-5680-0574-C1BF-553B50BD7606}"/>
              </a:ext>
            </a:extLst>
          </p:cNvPr>
          <p:cNvSpPr/>
          <p:nvPr/>
        </p:nvSpPr>
        <p:spPr>
          <a:xfrm>
            <a:off x="3131054" y="5461175"/>
            <a:ext cx="2058885" cy="265156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Lack of recommendations for Teacher</a:t>
            </a:r>
            <a:endParaRPr lang="en-US" sz="1600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10CDB24D-FC5F-6ED1-293E-B25A4CE7F10A}"/>
              </a:ext>
            </a:extLst>
          </p:cNvPr>
          <p:cNvSpPr/>
          <p:nvPr/>
        </p:nvSpPr>
        <p:spPr>
          <a:xfrm>
            <a:off x="7540327" y="5193351"/>
            <a:ext cx="1931112" cy="821701"/>
          </a:xfrm>
          <a:prstGeom prst="roundRect">
            <a:avLst>
              <a:gd name="adj" fmla="val 22857"/>
            </a:avLst>
          </a:prstGeom>
          <a:solidFill>
            <a:schemeClr val="tx2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F85EC128-2694-5841-1176-8553C3FB460B}"/>
              </a:ext>
            </a:extLst>
          </p:cNvPr>
          <p:cNvSpPr/>
          <p:nvPr/>
        </p:nvSpPr>
        <p:spPr>
          <a:xfrm>
            <a:off x="7781767" y="5442637"/>
            <a:ext cx="1485421" cy="31874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 Personal Analysis</a:t>
            </a:r>
            <a:endParaRPr lang="en-US" sz="160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9728E8B-82ED-2E0E-06F3-198783043726}"/>
              </a:ext>
            </a:extLst>
          </p:cNvPr>
          <p:cNvSpPr/>
          <p:nvPr/>
        </p:nvSpPr>
        <p:spPr>
          <a:xfrm>
            <a:off x="649224" y="2224152"/>
            <a:ext cx="23173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Stakeholders</a:t>
            </a:r>
            <a:endParaRPr lang="en-US" sz="2000"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993115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000" b="1">
              <a:solidFill>
                <a:srgbClr val="1E293B"/>
              </a:solidFill>
              <a:latin typeface="Aptos Display" pitchFamily="34" charset="0"/>
            </a:endParaRPr>
          </a:p>
          <a:p>
            <a:r>
              <a:rPr lang="en-US" sz="2000" b="1"/>
              <a:t>Static E-Learning Lacks Real-Time Adaptation to Learners’ Cognitive Needs.</a:t>
            </a:r>
          </a:p>
        </p:txBody>
      </p:sp>
      <p:sp>
        <p:nvSpPr>
          <p:cNvPr id="8" name="Shape 6"/>
          <p:cNvSpPr/>
          <p:nvPr/>
        </p:nvSpPr>
        <p:spPr>
          <a:xfrm>
            <a:off x="566928" y="1822439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87012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07704" y="1965959"/>
            <a:ext cx="2385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</a:rPr>
              <a:t>Gap identified</a:t>
            </a:r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836676" y="255933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2" name="Text 10"/>
          <p:cNvSpPr/>
          <p:nvPr/>
        </p:nvSpPr>
        <p:spPr>
          <a:xfrm>
            <a:off x="1170432" y="261518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64748B"/>
                </a:solidFill>
              </a:rPr>
              <a:t>Personalization is often static or profile-based based on Cognitive.</a:t>
            </a:r>
            <a:endParaRPr lang="en-US" b="1"/>
          </a:p>
        </p:txBody>
      </p:sp>
      <p:sp>
        <p:nvSpPr>
          <p:cNvPr id="13" name="Shape 11"/>
          <p:cNvSpPr/>
          <p:nvPr/>
        </p:nvSpPr>
        <p:spPr>
          <a:xfrm>
            <a:off x="841248" y="3179327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4" name="Text 12"/>
          <p:cNvSpPr/>
          <p:nvPr/>
        </p:nvSpPr>
        <p:spPr>
          <a:xfrm>
            <a:off x="1152144" y="3246119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64748B"/>
                </a:solidFill>
              </a:rPr>
              <a:t>Cognitive load is rarely monitored during learning.</a:t>
            </a:r>
            <a:endParaRPr lang="en-US" b="1"/>
          </a:p>
        </p:txBody>
      </p:sp>
      <p:sp>
        <p:nvSpPr>
          <p:cNvPr id="15" name="Shape 13"/>
          <p:cNvSpPr/>
          <p:nvPr/>
        </p:nvSpPr>
        <p:spPr>
          <a:xfrm>
            <a:off x="841248" y="387328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6" name="Text 14"/>
          <p:cNvSpPr/>
          <p:nvPr/>
        </p:nvSpPr>
        <p:spPr>
          <a:xfrm>
            <a:off x="1152144" y="3936297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64748B"/>
                </a:solidFill>
              </a:rPr>
              <a:t>Cognitive style is not used to transform content in real time.</a:t>
            </a:r>
            <a:endParaRPr lang="en-US" b="1"/>
          </a:p>
        </p:txBody>
      </p:sp>
      <p:sp>
        <p:nvSpPr>
          <p:cNvPr id="17" name="Shape 15"/>
          <p:cNvSpPr/>
          <p:nvPr/>
        </p:nvSpPr>
        <p:spPr>
          <a:xfrm>
            <a:off x="841248" y="456246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8" name="Text 16"/>
          <p:cNvSpPr/>
          <p:nvPr/>
        </p:nvSpPr>
        <p:spPr>
          <a:xfrm>
            <a:off x="1152144" y="4631241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64748B"/>
                </a:solidFill>
              </a:rPr>
              <a:t>LLM outputs can be ungrounded without faithfulness checks.</a:t>
            </a:r>
            <a:endParaRPr lang="en-US" b="1"/>
          </a:p>
        </p:txBody>
      </p:sp>
      <p:sp>
        <p:nvSpPr>
          <p:cNvPr id="19" name="Shape 17"/>
          <p:cNvSpPr/>
          <p:nvPr/>
        </p:nvSpPr>
        <p:spPr>
          <a:xfrm>
            <a:off x="842838" y="5189025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0" name="Text 18"/>
          <p:cNvSpPr/>
          <p:nvPr/>
        </p:nvSpPr>
        <p:spPr>
          <a:xfrm>
            <a:off x="1152144" y="5262177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64748B"/>
                </a:solidFill>
              </a:rPr>
              <a:t>Educators lack explainable analytics for student and teacher support.</a:t>
            </a:r>
            <a:endParaRPr lang="en-US" b="1"/>
          </a:p>
        </p:txBody>
      </p:sp>
      <p:sp>
        <p:nvSpPr>
          <p:cNvPr id="21" name="Text 19"/>
          <p:cNvSpPr/>
          <p:nvPr/>
        </p:nvSpPr>
        <p:spPr>
          <a:xfrm>
            <a:off x="7577592" y="1930581"/>
            <a:ext cx="3031413" cy="188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</a:rPr>
              <a:t>Research objectives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400800" y="2395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01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90372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Infer cognitive style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8979408" y="237744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Use AI models over learner interaction data.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400800" y="2980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02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903720" y="2962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Track cognitive load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979408" y="29626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Monitor real-time load while learning via AI model.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6400800" y="3566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03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6903720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Ground lesson resources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8979408" y="35478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Extract, store and retrieve only relevant lesson knowledge.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6400800" y="4214987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6903720" y="4196699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Rank GPT outputs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8979408" y="433982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Compare GPT-4 responses for faithfulness and readability from two separate GPTs.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400800" y="4914503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05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6903720" y="489621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Support educators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8979408" y="508704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Use analytics and LIME/SHAP explainability to understand learners.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6400800" y="5626939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9B7E9"/>
                </a:solidFill>
              </a:rPr>
              <a:t>06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6903720" y="560865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Adapt assessment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8979408" y="567225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Generate MCQs based on the learner cognitive-load state.</a:t>
            </a:r>
            <a:endParaRPr lang="en-US" sz="140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826B886-7B93-1F5E-10EC-83D3EBF332B0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3B7C65DA-B5FD-AA1E-D808-632FC80E1747}"/>
              </a:ext>
            </a:extLst>
          </p:cNvPr>
          <p:cNvSpPr/>
          <p:nvPr/>
        </p:nvSpPr>
        <p:spPr>
          <a:xfrm>
            <a:off x="640080" y="732793"/>
            <a:ext cx="34029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6849" y="1484697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err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29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a closed-loop adaptive e-learning platform</a:t>
            </a:r>
            <a:endParaRPr lang="en-US" sz="2900"/>
          </a:p>
        </p:txBody>
      </p:sp>
      <p:sp>
        <p:nvSpPr>
          <p:cNvPr id="8" name="Shape 6"/>
          <p:cNvSpPr/>
          <p:nvPr/>
        </p:nvSpPr>
        <p:spPr>
          <a:xfrm>
            <a:off x="536849" y="2197929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2569" y="2399097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93B"/>
                </a:solidFill>
              </a:rPr>
              <a:t>The platform observes the learner, understands cognitive state, grounds the lesson content, then personalizes learning support.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683153" y="3176336"/>
            <a:ext cx="1874520" cy="1965959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2881" y="3340929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4925" y="3386651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1. Observe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33698" y="3754992"/>
            <a:ext cx="1545336" cy="128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Clicks, time, attempts, navigation and learning interaction signals, behavioral signals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624860" y="4193706"/>
            <a:ext cx="274320" cy="0"/>
          </a:xfrm>
          <a:prstGeom prst="line">
            <a:avLst/>
          </a:prstGeom>
          <a:noFill/>
          <a:ln w="20320">
            <a:solidFill>
              <a:srgbClr val="6BA5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69153" y="3176337"/>
            <a:ext cx="1874520" cy="1965958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78881" y="3340929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2365" y="339162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2. Understand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161177" y="3620220"/>
            <a:ext cx="154533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AI models estimate cognitive style + track real-time cognitive load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933127" y="4193706"/>
            <a:ext cx="274320" cy="0"/>
          </a:xfrm>
          <a:prstGeom prst="line">
            <a:avLst/>
          </a:prstGeom>
          <a:noFill/>
          <a:ln w="20320">
            <a:solidFill>
              <a:srgbClr val="6BA5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5153" y="3176337"/>
            <a:ext cx="1874520" cy="1965958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64881" y="3340929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0109" y="3395791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3. Extraction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419745" y="4035872"/>
            <a:ext cx="15453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Lesson extraction and retrieval remove irrelevant/noisy content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7196860" y="4168857"/>
            <a:ext cx="274320" cy="0"/>
          </a:xfrm>
          <a:prstGeom prst="line">
            <a:avLst/>
          </a:prstGeom>
          <a:noFill/>
          <a:ln w="20320">
            <a:solidFill>
              <a:srgbClr val="6BA5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41153" y="3176337"/>
            <a:ext cx="1874520" cy="1965958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9B7E9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50881" y="3340929"/>
            <a:ext cx="310896" cy="310896"/>
          </a:xfrm>
          <a:prstGeom prst="ellipse">
            <a:avLst/>
          </a:prstGeom>
          <a:solidFill>
            <a:srgbClr val="19B7E9"/>
          </a:solidFill>
          <a:ln w="12700">
            <a:solidFill>
              <a:srgbClr val="19B7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71505" y="3395791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4. Personalize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717274" y="3999296"/>
            <a:ext cx="15453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Two GPT-4 model generate alternatives; best response is selected via check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9482860" y="4193706"/>
            <a:ext cx="274320" cy="0"/>
          </a:xfrm>
          <a:prstGeom prst="line">
            <a:avLst/>
          </a:prstGeom>
          <a:noFill/>
          <a:ln w="20320">
            <a:solidFill>
              <a:srgbClr val="6BA5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827153" y="3176337"/>
            <a:ext cx="1874520" cy="1965958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36881" y="3340929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60553" y="3438531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5. Assess &amp; inform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10015599" y="3911832"/>
            <a:ext cx="15453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Load-aware MCQs + educator analytics with recommendations 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980173" y="5537252"/>
            <a:ext cx="10351008" cy="978409"/>
          </a:xfrm>
          <a:prstGeom prst="roundRect">
            <a:avLst>
              <a:gd name="adj" fmla="val 144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54493" y="5900919"/>
            <a:ext cx="9752950" cy="294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Outcome: the same uploaded lesson becomes a personalized learning experience that matches cognitive style and reduces overload.</a:t>
            </a:r>
            <a:endParaRPr lang="en-US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CFAD7D77-966B-8EAD-68F1-3EF9CCB30661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BD970E4-7768-F296-93D7-2DC9B4B02C12}"/>
              </a:ext>
            </a:extLst>
          </p:cNvPr>
          <p:cNvSpPr/>
          <p:nvPr/>
        </p:nvSpPr>
        <p:spPr>
          <a:xfrm>
            <a:off x="536849" y="873251"/>
            <a:ext cx="34029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E293B"/>
                </a:solidFill>
                <a:latin typeface="Aptos Display"/>
              </a:rPr>
              <a:t>Solution Overview</a:t>
            </a:r>
            <a:endParaRPr 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7776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1E293B"/>
                </a:solidFill>
                <a:latin typeface="Aptos Display"/>
              </a:rPr>
              <a:t>System Architecture</a:t>
            </a:r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03397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E293B"/>
                </a:solidFill>
              </a:rPr>
              <a:t>Separate services keep learning, AI inference, retrieval, LLM generation, evaluation, analytics and assessment independently scalable.</a:t>
            </a:r>
            <a:endParaRPr lang="en-US" sz="165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6E89DE1-00F6-76B3-3063-F9B0E91F56F8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2FA811-1800-8FDF-427F-E6746C24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310" y="2018073"/>
            <a:ext cx="8289073" cy="4518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Lumora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64208" y="164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b="1">
              <a:solidFill>
                <a:srgbClr val="BDEB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5461" y="864269"/>
            <a:ext cx="8711987" cy="61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1E293B"/>
                </a:solidFill>
                <a:latin typeface="Aptos Display"/>
              </a:rPr>
              <a:t>Integration &amp; Completion Status</a:t>
            </a:r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566928" y="1526166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FA0F219B-9AF7-3C0B-0C5F-8D499E901408}"/>
              </a:ext>
            </a:extLst>
          </p:cNvPr>
          <p:cNvSpPr/>
          <p:nvPr/>
        </p:nvSpPr>
        <p:spPr>
          <a:xfrm>
            <a:off x="548640" y="1880193"/>
            <a:ext cx="4069080" cy="4526280"/>
          </a:xfrm>
          <a:prstGeom prst="roundRect">
            <a:avLst>
              <a:gd name="adj" fmla="val 2247"/>
            </a:avLst>
          </a:prstGeom>
          <a:solidFill>
            <a:srgbClr val="102B45"/>
          </a:solidFill>
          <a:ln w="12700">
            <a:solidFill>
              <a:srgbClr val="102B45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0AB51E76-0FDD-0545-8481-6B8B318CCED5}"/>
              </a:ext>
            </a:extLst>
          </p:cNvPr>
          <p:cNvSpPr/>
          <p:nvPr/>
        </p:nvSpPr>
        <p:spPr>
          <a:xfrm>
            <a:off x="484035" y="2697780"/>
            <a:ext cx="20494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5000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C54BF01B-E1DB-ED19-5A71-E53CDD4E7B11}"/>
              </a:ext>
            </a:extLst>
          </p:cNvPr>
          <p:cNvSpPr/>
          <p:nvPr/>
        </p:nvSpPr>
        <p:spPr>
          <a:xfrm>
            <a:off x="703975" y="3310297"/>
            <a:ext cx="1634954" cy="31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BCE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Development</a:t>
            </a:r>
            <a:endParaRPr lang="en-US" sz="1550"/>
          </a:p>
          <a:p>
            <a:pPr marL="0" indent="0" algn="ctr">
              <a:buNone/>
            </a:pPr>
            <a:r>
              <a:rPr lang="en-US" sz="1550" b="1">
                <a:solidFill>
                  <a:srgbClr val="BCE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550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92F36A5E-B0BA-0C02-D69B-213A11CB5471}"/>
              </a:ext>
            </a:extLst>
          </p:cNvPr>
          <p:cNvSpPr/>
          <p:nvPr/>
        </p:nvSpPr>
        <p:spPr>
          <a:xfrm>
            <a:off x="714311" y="3747900"/>
            <a:ext cx="1588899" cy="167095"/>
          </a:xfrm>
          <a:prstGeom prst="roundRect">
            <a:avLst>
              <a:gd name="adj" fmla="val 17857"/>
            </a:avLst>
          </a:prstGeom>
          <a:solidFill>
            <a:srgbClr val="25B6E7"/>
          </a:solidFill>
          <a:ln w="12700">
            <a:solidFill>
              <a:srgbClr val="25B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">
            <a:extLst>
              <a:ext uri="{FF2B5EF4-FFF2-40B4-BE49-F238E27FC236}">
                <a16:creationId xmlns:a16="http://schemas.microsoft.com/office/drawing/2014/main" id="{CF2C9FE9-74EE-E64D-6CB5-5A99BB4F7BED}"/>
              </a:ext>
            </a:extLst>
          </p:cNvPr>
          <p:cNvSpPr/>
          <p:nvPr/>
        </p:nvSpPr>
        <p:spPr>
          <a:xfrm>
            <a:off x="960120" y="4392510"/>
            <a:ext cx="3246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planned research components and system integrations are implemented.</a:t>
            </a:r>
            <a:endParaRPr lang="en-US" sz="1250"/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41CCD27C-C705-ED06-13ED-F1477379B4A6}"/>
              </a:ext>
            </a:extLst>
          </p:cNvPr>
          <p:cNvSpPr/>
          <p:nvPr/>
        </p:nvSpPr>
        <p:spPr>
          <a:xfrm>
            <a:off x="960120" y="5319331"/>
            <a:ext cx="3346704" cy="603504"/>
          </a:xfrm>
          <a:prstGeom prst="roundRect">
            <a:avLst>
              <a:gd name="adj" fmla="val 21053"/>
            </a:avLst>
          </a:prstGeom>
          <a:solidFill>
            <a:srgbClr val="1D4968">
              <a:alpha val="92000"/>
            </a:srgbClr>
          </a:solidFill>
          <a:ln w="12700">
            <a:solidFill>
              <a:srgbClr val="1D49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9">
            <a:extLst>
              <a:ext uri="{FF2B5EF4-FFF2-40B4-BE49-F238E27FC236}">
                <a16:creationId xmlns:a16="http://schemas.microsoft.com/office/drawing/2014/main" id="{B780A2BC-2DDC-5D81-E7AE-7812AE991D47}"/>
              </a:ext>
            </a:extLst>
          </p:cNvPr>
          <p:cNvSpPr/>
          <p:nvPr/>
        </p:nvSpPr>
        <p:spPr>
          <a:xfrm>
            <a:off x="1033272" y="5560653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Remaining: User Testing  •  Final QA  •  Deployment</a:t>
            </a:r>
            <a:endParaRPr lang="en-US" sz="1600"/>
          </a:p>
        </p:txBody>
      </p:sp>
      <p:sp>
        <p:nvSpPr>
          <p:cNvPr id="89" name="Text 10">
            <a:extLst>
              <a:ext uri="{FF2B5EF4-FFF2-40B4-BE49-F238E27FC236}">
                <a16:creationId xmlns:a16="http://schemas.microsoft.com/office/drawing/2014/main" id="{381799D0-9AD9-E88B-645F-1A504D67C4D0}"/>
              </a:ext>
            </a:extLst>
          </p:cNvPr>
          <p:cNvSpPr/>
          <p:nvPr/>
        </p:nvSpPr>
        <p:spPr>
          <a:xfrm>
            <a:off x="5138928" y="1730107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8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 Research Components</a:t>
            </a:r>
            <a:endParaRPr lang="en-US" sz="1900"/>
          </a:p>
        </p:txBody>
      </p:sp>
      <p:sp>
        <p:nvSpPr>
          <p:cNvPr id="91" name="Shape 11">
            <a:extLst>
              <a:ext uri="{FF2B5EF4-FFF2-40B4-BE49-F238E27FC236}">
                <a16:creationId xmlns:a16="http://schemas.microsoft.com/office/drawing/2014/main" id="{54AC702A-F315-4FEC-E87D-8C9C87F7B1DB}"/>
              </a:ext>
            </a:extLst>
          </p:cNvPr>
          <p:cNvSpPr/>
          <p:nvPr/>
        </p:nvSpPr>
        <p:spPr>
          <a:xfrm>
            <a:off x="5148072" y="2269603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98C156A-C707-9C52-D277-4BE022AFD5C8}"/>
              </a:ext>
            </a:extLst>
          </p:cNvPr>
          <p:cNvSpPr/>
          <p:nvPr/>
        </p:nvSpPr>
        <p:spPr>
          <a:xfrm>
            <a:off x="5504688" y="223302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style and cognitive load AI model services completed</a:t>
            </a:r>
            <a:endParaRPr lang="en-US" sz="1320"/>
          </a:p>
        </p:txBody>
      </p:sp>
      <p:sp>
        <p:nvSpPr>
          <p:cNvPr id="95" name="Shape 13">
            <a:extLst>
              <a:ext uri="{FF2B5EF4-FFF2-40B4-BE49-F238E27FC236}">
                <a16:creationId xmlns:a16="http://schemas.microsoft.com/office/drawing/2014/main" id="{4CA5ABD2-DE84-0E7D-AB25-950593CB0CBE}"/>
              </a:ext>
            </a:extLst>
          </p:cNvPr>
          <p:cNvSpPr/>
          <p:nvPr/>
        </p:nvSpPr>
        <p:spPr>
          <a:xfrm>
            <a:off x="5148072" y="2854819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4">
            <a:extLst>
              <a:ext uri="{FF2B5EF4-FFF2-40B4-BE49-F238E27FC236}">
                <a16:creationId xmlns:a16="http://schemas.microsoft.com/office/drawing/2014/main" id="{829C3F7A-32CA-AF41-C2E9-30E146FE60B5}"/>
              </a:ext>
            </a:extLst>
          </p:cNvPr>
          <p:cNvSpPr/>
          <p:nvPr/>
        </p:nvSpPr>
        <p:spPr>
          <a:xfrm>
            <a:off x="5504688" y="2818243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app, educator upload flow and dashboard integrated</a:t>
            </a:r>
            <a:endParaRPr lang="en-US" sz="1320"/>
          </a:p>
        </p:txBody>
      </p:sp>
      <p:sp>
        <p:nvSpPr>
          <p:cNvPr id="99" name="Shape 15">
            <a:extLst>
              <a:ext uri="{FF2B5EF4-FFF2-40B4-BE49-F238E27FC236}">
                <a16:creationId xmlns:a16="http://schemas.microsoft.com/office/drawing/2014/main" id="{29AB0823-2FF9-2985-7E05-BAAB745E05CF}"/>
              </a:ext>
            </a:extLst>
          </p:cNvPr>
          <p:cNvSpPr/>
          <p:nvPr/>
        </p:nvSpPr>
        <p:spPr>
          <a:xfrm>
            <a:off x="5148072" y="3440035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16">
            <a:extLst>
              <a:ext uri="{FF2B5EF4-FFF2-40B4-BE49-F238E27FC236}">
                <a16:creationId xmlns:a16="http://schemas.microsoft.com/office/drawing/2014/main" id="{702EAD5F-B989-5ED8-4D74-5096680714BD}"/>
              </a:ext>
            </a:extLst>
          </p:cNvPr>
          <p:cNvSpPr/>
          <p:nvPr/>
        </p:nvSpPr>
        <p:spPr>
          <a:xfrm>
            <a:off x="5504688" y="3403459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extraction + retrieval + GPT personalization pipeline working</a:t>
            </a:r>
            <a:endParaRPr lang="en-US" sz="1320"/>
          </a:p>
        </p:txBody>
      </p:sp>
      <p:sp>
        <p:nvSpPr>
          <p:cNvPr id="103" name="Shape 17">
            <a:extLst>
              <a:ext uri="{FF2B5EF4-FFF2-40B4-BE49-F238E27FC236}">
                <a16:creationId xmlns:a16="http://schemas.microsoft.com/office/drawing/2014/main" id="{25BC7F1D-E28D-2903-5160-369AFF2C1DDC}"/>
              </a:ext>
            </a:extLst>
          </p:cNvPr>
          <p:cNvSpPr/>
          <p:nvPr/>
        </p:nvSpPr>
        <p:spPr>
          <a:xfrm>
            <a:off x="5148072" y="4025251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8">
            <a:extLst>
              <a:ext uri="{FF2B5EF4-FFF2-40B4-BE49-F238E27FC236}">
                <a16:creationId xmlns:a16="http://schemas.microsoft.com/office/drawing/2014/main" id="{8140812F-0BEF-2A74-E35B-D562F382BCAA}"/>
              </a:ext>
            </a:extLst>
          </p:cNvPr>
          <p:cNvSpPr/>
          <p:nvPr/>
        </p:nvSpPr>
        <p:spPr>
          <a:xfrm>
            <a:off x="5504688" y="3988675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Faithfulness/readability ranking and best-output display completed</a:t>
            </a:r>
            <a:endParaRPr lang="en-US" sz="132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351E5A9C-D4D9-6013-0E26-4AC7DE40A3B3}"/>
              </a:ext>
            </a:extLst>
          </p:cNvPr>
          <p:cNvSpPr/>
          <p:nvPr/>
        </p:nvSpPr>
        <p:spPr>
          <a:xfrm>
            <a:off x="5148072" y="4610467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0">
            <a:extLst>
              <a:ext uri="{FF2B5EF4-FFF2-40B4-BE49-F238E27FC236}">
                <a16:creationId xmlns:a16="http://schemas.microsoft.com/office/drawing/2014/main" id="{D02CD68E-CAD4-76CE-EAE7-BAE5CF1BB0F2}"/>
              </a:ext>
            </a:extLst>
          </p:cNvPr>
          <p:cNvSpPr/>
          <p:nvPr/>
        </p:nvSpPr>
        <p:spPr>
          <a:xfrm>
            <a:off x="5504688" y="457389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MCQ generation based on cognitive load implemented</a:t>
            </a:r>
            <a:endParaRPr lang="en-US" sz="1320"/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B02C4626-CE2D-F338-C3C2-037BCF23BD40}"/>
              </a:ext>
            </a:extLst>
          </p:cNvPr>
          <p:cNvSpPr/>
          <p:nvPr/>
        </p:nvSpPr>
        <p:spPr>
          <a:xfrm>
            <a:off x="5148072" y="5195683"/>
            <a:ext cx="201168" cy="20116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2">
            <a:extLst>
              <a:ext uri="{FF2B5EF4-FFF2-40B4-BE49-F238E27FC236}">
                <a16:creationId xmlns:a16="http://schemas.microsoft.com/office/drawing/2014/main" id="{F48BCD9B-C84B-D601-E9BB-DBDC1ED2DB7A}"/>
              </a:ext>
            </a:extLst>
          </p:cNvPr>
          <p:cNvSpPr/>
          <p:nvPr/>
        </p:nvSpPr>
        <p:spPr>
          <a:xfrm>
            <a:off x="5504688" y="515910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1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Educator analytics with explainable AI insights prepared</a:t>
            </a:r>
            <a:endParaRPr lang="en-US" sz="1320"/>
          </a:p>
        </p:txBody>
      </p:sp>
      <p:sp>
        <p:nvSpPr>
          <p:cNvPr id="115" name="Shape 23">
            <a:extLst>
              <a:ext uri="{FF2B5EF4-FFF2-40B4-BE49-F238E27FC236}">
                <a16:creationId xmlns:a16="http://schemas.microsoft.com/office/drawing/2014/main" id="{05B6FF5F-406A-3D94-CE21-D7EE3ED93641}"/>
              </a:ext>
            </a:extLst>
          </p:cNvPr>
          <p:cNvSpPr/>
          <p:nvPr/>
        </p:nvSpPr>
        <p:spPr>
          <a:xfrm>
            <a:off x="5029200" y="5593651"/>
            <a:ext cx="6537960" cy="658368"/>
          </a:xfrm>
          <a:prstGeom prst="roundRect">
            <a:avLst>
              <a:gd name="adj" fmla="val 11111"/>
            </a:avLst>
          </a:prstGeom>
          <a:solidFill>
            <a:srgbClr val="FFF6EC"/>
          </a:solidFill>
          <a:ln w="13970">
            <a:solidFill>
              <a:srgbClr val="F4B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24">
            <a:extLst>
              <a:ext uri="{FF2B5EF4-FFF2-40B4-BE49-F238E27FC236}">
                <a16:creationId xmlns:a16="http://schemas.microsoft.com/office/drawing/2014/main" id="{38A847C5-87F4-9D80-E6A4-0B38735AAD4D}"/>
              </a:ext>
            </a:extLst>
          </p:cNvPr>
          <p:cNvSpPr/>
          <p:nvPr/>
        </p:nvSpPr>
        <p:spPr>
          <a:xfrm>
            <a:off x="5330952" y="5739955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B94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stage roadmap:  User Testing  →  Final QA  →  Deployment</a:t>
            </a:r>
            <a:endParaRPr lang="en-US" sz="1400"/>
          </a:p>
        </p:txBody>
      </p:sp>
      <p:sp>
        <p:nvSpPr>
          <p:cNvPr id="119" name="Text 25">
            <a:extLst>
              <a:ext uri="{FF2B5EF4-FFF2-40B4-BE49-F238E27FC236}">
                <a16:creationId xmlns:a16="http://schemas.microsoft.com/office/drawing/2014/main" id="{CDA71E62-510D-E13C-FFC0-343EDF2D4F45}"/>
              </a:ext>
            </a:extLst>
          </p:cNvPr>
          <p:cNvSpPr/>
          <p:nvPr/>
        </p:nvSpPr>
        <p:spPr>
          <a:xfrm>
            <a:off x="5330952" y="5986843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B94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PP2 Viva message: development is complete; focus is validation and deployment readiness.</a:t>
            </a:r>
            <a:endParaRPr lang="en-US" sz="1050"/>
          </a:p>
        </p:txBody>
      </p:sp>
      <p:sp>
        <p:nvSpPr>
          <p:cNvPr id="120" name="Shape 6">
            <a:extLst>
              <a:ext uri="{FF2B5EF4-FFF2-40B4-BE49-F238E27FC236}">
                <a16:creationId xmlns:a16="http://schemas.microsoft.com/office/drawing/2014/main" id="{4ECC9862-6EF4-A9A9-7D82-BC2AC630BCFE}"/>
              </a:ext>
            </a:extLst>
          </p:cNvPr>
          <p:cNvSpPr/>
          <p:nvPr/>
        </p:nvSpPr>
        <p:spPr>
          <a:xfrm rot="5400000" flipV="1">
            <a:off x="1674432" y="3250243"/>
            <a:ext cx="1588899" cy="45719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rgbClr val="25B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">
            <a:extLst>
              <a:ext uri="{FF2B5EF4-FFF2-40B4-BE49-F238E27FC236}">
                <a16:creationId xmlns:a16="http://schemas.microsoft.com/office/drawing/2014/main" id="{22F6573B-B2E8-CE68-D5C6-88856EF5A968}"/>
              </a:ext>
            </a:extLst>
          </p:cNvPr>
          <p:cNvSpPr/>
          <p:nvPr/>
        </p:nvSpPr>
        <p:spPr>
          <a:xfrm>
            <a:off x="2609421" y="3085719"/>
            <a:ext cx="1821445" cy="31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CE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Integrated System </a:t>
            </a:r>
            <a:endParaRPr lang="en-US" sz="2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B1A1815-3795-3183-C9F0-092E9DB7E626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1014" y="753337"/>
            <a:ext cx="3934327" cy="54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E293B"/>
                </a:solidFill>
                <a:latin typeface="Aptos Display"/>
              </a:rPr>
              <a:t>Evaluation Criteria</a:t>
            </a:r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381074" y="1577031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3033" y="1277237"/>
            <a:ext cx="5398489" cy="234334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449816" y="1306781"/>
            <a:ext cx="57189" cy="23433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9500" y="133096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E293B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01.Visual Verbal Cognitive Style Prediction Model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6181344" y="1254475"/>
            <a:ext cx="5358384" cy="234086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1254475"/>
            <a:ext cx="53721" cy="2340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2791" y="1304434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/>
              <a:t>02.Cognitive Load Prediction Model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391656" y="1784827"/>
            <a:ext cx="501091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60"/>
          </a:p>
        </p:txBody>
      </p:sp>
      <p:sp>
        <p:nvSpPr>
          <p:cNvPr id="17" name="Shape 15"/>
          <p:cNvSpPr/>
          <p:nvPr/>
        </p:nvSpPr>
        <p:spPr>
          <a:xfrm>
            <a:off x="426793" y="3838498"/>
            <a:ext cx="5349092" cy="289039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8916" y="3878603"/>
            <a:ext cx="82445" cy="2899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9935" y="3835822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Grounded Personalization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6236079" y="3957222"/>
            <a:ext cx="5337196" cy="279424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4997" y="3921725"/>
            <a:ext cx="73152" cy="259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90513" y="4142073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Analytics + MCQ Adaptation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609950" y="4323007"/>
            <a:ext cx="1950150" cy="21164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sz="1400">
                <a:ea typeface="+mn-lt"/>
                <a:cs typeface="+mn-lt"/>
              </a:rPr>
              <a:t>Adaptive MCQs received higher ratings across all evaluated metrics, indicating better wording manageability, difficulty suitability, directness, and overall suitability compared to the baseline.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8CDD5BB-225E-4439-6DA8-105A8AE50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157196"/>
              </p:ext>
            </p:extLst>
          </p:nvPr>
        </p:nvGraphicFramePr>
        <p:xfrm>
          <a:off x="6282542" y="1661673"/>
          <a:ext cx="2303235" cy="159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277">
                  <a:extLst>
                    <a:ext uri="{9D8B030D-6E8A-4147-A177-3AD203B41FA5}">
                      <a16:colId xmlns:a16="http://schemas.microsoft.com/office/drawing/2014/main" val="2233510012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1854581487"/>
                    </a:ext>
                  </a:extLst>
                </a:gridCol>
              </a:tblGrid>
              <a:tr h="2711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97834"/>
                  </a:ext>
                </a:extLst>
              </a:tr>
              <a:tr h="255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79.52%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2357896"/>
                  </a:ext>
                </a:extLst>
              </a:tr>
              <a:tr h="271193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79.87%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8992"/>
                  </a:ext>
                </a:extLst>
              </a:tr>
              <a:tr h="271193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79.48%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1837532"/>
                  </a:ext>
                </a:extLst>
              </a:tr>
              <a:tr h="425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Macro F1-score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79.55%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63226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8892372-9DEE-7B20-6B5A-AB3B58BCC58D}"/>
              </a:ext>
            </a:extLst>
          </p:cNvPr>
          <p:cNvSpPr txBox="1"/>
          <p:nvPr/>
        </p:nvSpPr>
        <p:spPr>
          <a:xfrm>
            <a:off x="8671733" y="1638042"/>
            <a:ext cx="28509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16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Random Forest </a:t>
            </a:r>
            <a:r>
              <a:rPr lang="en-US" sz="1600" b="1" kern="100">
                <a:ea typeface="+mn-lt"/>
                <a:cs typeface="+mn-lt"/>
              </a:rPr>
              <a:t>Algorithm</a:t>
            </a:r>
            <a:r>
              <a:rPr lang="en-US" sz="16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achieved the best overall performance and was selected as the final model for real-time cognitive load prediction.</a:t>
            </a: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5513068-51FE-E6E4-9510-B22D25DC1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23210"/>
              </p:ext>
            </p:extLst>
          </p:nvPr>
        </p:nvGraphicFramePr>
        <p:xfrm>
          <a:off x="626278" y="1755339"/>
          <a:ext cx="2188968" cy="1599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714">
                  <a:extLst>
                    <a:ext uri="{9D8B030D-6E8A-4147-A177-3AD203B41FA5}">
                      <a16:colId xmlns:a16="http://schemas.microsoft.com/office/drawing/2014/main" val="2233510012"/>
                    </a:ext>
                  </a:extLst>
                </a:gridCol>
                <a:gridCol w="851254">
                  <a:extLst>
                    <a:ext uri="{9D8B030D-6E8A-4147-A177-3AD203B41FA5}">
                      <a16:colId xmlns:a16="http://schemas.microsoft.com/office/drawing/2014/main" val="1854581487"/>
                    </a:ext>
                  </a:extLst>
                </a:gridCol>
              </a:tblGrid>
              <a:tr h="2788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97834"/>
                  </a:ext>
                </a:extLst>
              </a:tr>
              <a:tr h="2556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/>
                          <a:ea typeface="Aptos" panose="020B0004020202020204" pitchFamily="34" charset="0"/>
                          <a:cs typeface="Times New Roman"/>
                        </a:rPr>
                        <a:t>77.50%</a:t>
                      </a:r>
                      <a:endParaRPr lang="en-US" sz="1400" kern="100">
                        <a:effectLst/>
                        <a:latin typeface="Aptos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2357896"/>
                  </a:ext>
                </a:extLst>
              </a:tr>
              <a:tr h="278851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79.17%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8992"/>
                  </a:ext>
                </a:extLst>
              </a:tr>
              <a:tr h="278851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/>
                          <a:ea typeface="Aptos" panose="020B0004020202020204" pitchFamily="34" charset="0"/>
                          <a:cs typeface="Times New Roman"/>
                        </a:rPr>
                        <a:t>76.13%</a:t>
                      </a:r>
                      <a:endParaRPr lang="en-US" sz="1400" kern="100">
                        <a:effectLst/>
                        <a:latin typeface="Aptos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1837532"/>
                  </a:ext>
                </a:extLst>
              </a:tr>
              <a:tr h="4298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Macro F1-score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/>
                          <a:ea typeface="Aptos" panose="020B0004020202020204" pitchFamily="34" charset="0"/>
                          <a:cs typeface="Times New Roman"/>
                        </a:rPr>
                        <a:t>76.45%</a:t>
                      </a:r>
                      <a:endParaRPr lang="en-US" sz="1400" kern="100">
                        <a:effectLst/>
                        <a:latin typeface="Aptos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63226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F712FBD-85A2-46B5-1685-50C7F594E386}"/>
              </a:ext>
            </a:extLst>
          </p:cNvPr>
          <p:cNvSpPr txBox="1"/>
          <p:nvPr/>
        </p:nvSpPr>
        <p:spPr>
          <a:xfrm>
            <a:off x="2912232" y="1654228"/>
            <a:ext cx="2961218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kern="100">
                <a:ea typeface="+mn-lt"/>
                <a:cs typeface="+mn-lt"/>
              </a:rPr>
              <a:t>Based on the dataset collected, the </a:t>
            </a:r>
            <a:r>
              <a:rPr lang="en-US" sz="1600" b="1" kern="100">
                <a:ea typeface="+mn-lt"/>
                <a:cs typeface="+mn-lt"/>
              </a:rPr>
              <a:t>Support Vector Machine Algorithm </a:t>
            </a:r>
            <a:r>
              <a:rPr lang="en-US" sz="1600" kern="100">
                <a:effectLst/>
                <a:ea typeface="+mn-lt"/>
                <a:cs typeface="+mn-lt"/>
              </a:rPr>
              <a:t>achieved the </a:t>
            </a:r>
            <a:r>
              <a:rPr lang="en-US" sz="1600" kern="100">
                <a:ea typeface="+mn-lt"/>
                <a:cs typeface="+mn-lt"/>
              </a:rPr>
              <a:t>highest accuracy </a:t>
            </a:r>
            <a:r>
              <a:rPr lang="en-US" sz="1600" kern="100">
                <a:effectLst/>
                <a:ea typeface="+mn-lt"/>
                <a:cs typeface="+mn-lt"/>
              </a:rPr>
              <a:t>and was selected as the final model for </a:t>
            </a:r>
            <a:r>
              <a:rPr lang="en-US" sz="1600" kern="100">
                <a:ea typeface="+mn-lt"/>
                <a:cs typeface="+mn-lt"/>
              </a:rPr>
              <a:t>Cognitive Style Detection</a:t>
            </a:r>
            <a:r>
              <a:rPr lang="en-US" sz="1600" kern="100">
                <a:effectLst/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B324D9-C851-3ECC-6303-361F2BBC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91" y="4475144"/>
            <a:ext cx="3103880" cy="1938655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593F116-2876-1B57-3BBB-142846A13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783410"/>
              </p:ext>
            </p:extLst>
          </p:nvPr>
        </p:nvGraphicFramePr>
        <p:xfrm>
          <a:off x="631900" y="4129619"/>
          <a:ext cx="2733038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119">
                  <a:extLst>
                    <a:ext uri="{9D8B030D-6E8A-4147-A177-3AD203B41FA5}">
                      <a16:colId xmlns:a16="http://schemas.microsoft.com/office/drawing/2014/main" val="255219088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66942610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361793212"/>
                    </a:ext>
                  </a:extLst>
                </a:gridCol>
              </a:tblGrid>
              <a:tr h="330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Hugging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Deepseek</a:t>
                      </a:r>
                      <a:endParaRPr lang="en-US" sz="14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336470"/>
                  </a:ext>
                </a:extLst>
              </a:tr>
              <a:tr h="3306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Same Prompt + Knowledge 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Same Prompt + Knowledge chunk</a:t>
                      </a:r>
                    </a:p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573139"/>
                  </a:ext>
                </a:extLst>
              </a:tr>
              <a:tr h="330603">
                <a:tc>
                  <a:txBody>
                    <a:bodyPr/>
                    <a:lstStyle/>
                    <a:p>
                      <a:r>
                        <a:rPr lang="en-US" sz="1000"/>
                        <a:t>Faithfulness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cosine(chunk, output)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cosine(chunk, output)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29398"/>
                  </a:ext>
                </a:extLst>
              </a:tr>
              <a:tr h="3306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Readability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Flesch vs load target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Flesch vs load target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80378"/>
                  </a:ext>
                </a:extLst>
              </a:tr>
              <a:tr h="3306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Composite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0.65 × faith. + 0.35 × read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0.65 × faith. + 0.35 × read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755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7622B65-5808-599F-6DB8-A0DEB685C479}"/>
              </a:ext>
            </a:extLst>
          </p:cNvPr>
          <p:cNvSpPr txBox="1"/>
          <p:nvPr/>
        </p:nvSpPr>
        <p:spPr>
          <a:xfrm>
            <a:off x="3339695" y="4098203"/>
            <a:ext cx="2440828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kern="100">
                <a:ea typeface="+mn-lt"/>
                <a:cs typeface="+mn-lt"/>
              </a:rPr>
              <a:t>The same prompt is sent to </a:t>
            </a:r>
            <a:r>
              <a:rPr lang="en-US" sz="1400" b="1" kern="100">
                <a:ea typeface="+mn-lt"/>
                <a:cs typeface="+mn-lt"/>
              </a:rPr>
              <a:t>Hugging Face and DeepSeek</a:t>
            </a:r>
            <a:r>
              <a:rPr lang="en-US" sz="1400" kern="100">
                <a:ea typeface="+mn-lt"/>
                <a:cs typeface="+mn-lt"/>
              </a:rPr>
              <a:t>. We compare both answers and show the </a:t>
            </a:r>
            <a:r>
              <a:rPr lang="en-US" sz="1400" b="1" kern="100">
                <a:ea typeface="+mn-lt"/>
                <a:cs typeface="+mn-lt"/>
              </a:rPr>
              <a:t>most accurate and suitable one</a:t>
            </a:r>
            <a:r>
              <a:rPr lang="en-US" sz="1400" kern="100">
                <a:ea typeface="+mn-lt"/>
                <a:cs typeface="+mn-lt"/>
              </a:rPr>
              <a:t> to the student.</a:t>
            </a:r>
            <a:endParaRPr lang="en-US" sz="1400">
              <a:ea typeface="+mn-lt"/>
              <a:cs typeface="+mn-lt"/>
            </a:endParaRPr>
          </a:p>
          <a:p>
            <a:endParaRPr lang="en-US" sz="1400" b="1" kern="100">
              <a:ea typeface="+mn-lt"/>
              <a:cs typeface="+mn-lt"/>
            </a:endParaRPr>
          </a:p>
          <a:p>
            <a:r>
              <a:rPr lang="en-US" sz="1400" b="1" kern="100">
                <a:ea typeface="+mn-lt"/>
                <a:cs typeface="+mn-lt"/>
              </a:rPr>
              <a:t>Accuracy is given more importance (65%) than readability (35%)</a:t>
            </a:r>
            <a:r>
              <a:rPr lang="en-US" sz="1400" kern="100">
                <a:ea typeface="+mn-lt"/>
                <a:cs typeface="+mn-lt"/>
              </a:rPr>
              <a:t> to avoid showing incorrect information.</a:t>
            </a:r>
            <a:endParaRPr lang="en-US" sz="1400">
              <a:ea typeface="+mn-lt"/>
              <a:cs typeface="+mn-lt"/>
            </a:endParaRPr>
          </a:p>
          <a:p>
            <a:pPr marL="0" marR="0">
              <a:lnSpc>
                <a:spcPct val="100000"/>
              </a:lnSpc>
              <a:buNone/>
            </a:pPr>
            <a:endParaRPr lang="en-US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BC6BA40B-AABD-93C0-86D3-BF63769D1879}"/>
              </a:ext>
            </a:extLst>
          </p:cNvPr>
          <p:cNvSpPr/>
          <p:nvPr/>
        </p:nvSpPr>
        <p:spPr>
          <a:xfrm>
            <a:off x="6174996" y="4154042"/>
            <a:ext cx="73152" cy="259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A37B9557-D34D-2508-F9EE-FD4465FF84E5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5774" y="853631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PP2 demo to pilot-ready adaptive learning product</a:t>
            </a:r>
            <a:endParaRPr lang="en-US" sz="2900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11064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0534" y="1636926"/>
            <a:ext cx="3878052" cy="4636007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AF7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219" y="1610533"/>
            <a:ext cx="63121" cy="4727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2584511"/>
            <a:ext cx="1081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B2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launch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750345" y="169635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>
                <a:solidFill>
                  <a:srgbClr val="1E293B"/>
                </a:solidFill>
              </a:rPr>
              <a:t>Demo roadmap</a:t>
            </a:r>
            <a:endParaRPr lang="en-US" sz="2000" u="sng"/>
          </a:p>
        </p:txBody>
      </p:sp>
      <p:sp>
        <p:nvSpPr>
          <p:cNvPr id="14" name="Shape 12"/>
          <p:cNvSpPr/>
          <p:nvPr/>
        </p:nvSpPr>
        <p:spPr>
          <a:xfrm>
            <a:off x="4462272" y="2304288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62856" y="2368296"/>
            <a:ext cx="182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965192" y="2313432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/>
              <a:t>Cognitive Style Picker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462272" y="3015617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2856" y="3079625"/>
            <a:ext cx="182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4965192" y="3034949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/>
              <a:t>Cognitive Load Tracker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462272" y="3794760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62856" y="3858768"/>
            <a:ext cx="182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4965192" y="3817819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/>
              <a:t>Resource Upload &amp; Content Conversion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457527" y="4735451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58111" y="4799459"/>
            <a:ext cx="182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4960447" y="4744595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/>
              <a:t>AI Recommendation &amp; MCQ Generation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4562855" y="5751295"/>
            <a:ext cx="6895719" cy="576557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5988158"/>
            <a:ext cx="6431048" cy="153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Next milestone: pilot with real course content → usability testing → cloud deployment → institution feedback loop.</a:t>
            </a:r>
            <a:endParaRPr lang="en-US" sz="140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85867F8-713F-E8AA-A1BC-6135275A0D57}"/>
              </a:ext>
            </a:extLst>
          </p:cNvPr>
          <p:cNvSpPr/>
          <p:nvPr/>
        </p:nvSpPr>
        <p:spPr>
          <a:xfrm>
            <a:off x="2610048" y="2576212"/>
            <a:ext cx="1081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B2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50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D7EA8511-766E-D3AE-8801-701771669C78}"/>
              </a:ext>
            </a:extLst>
          </p:cNvPr>
          <p:cNvSpPr/>
          <p:nvPr/>
        </p:nvSpPr>
        <p:spPr>
          <a:xfrm>
            <a:off x="2662626" y="4193257"/>
            <a:ext cx="12795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B2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courses</a:t>
            </a:r>
            <a:endParaRPr lang="en-US" sz="15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39F5FD66-72AE-496A-FEFE-54F8E6545CA2}"/>
              </a:ext>
            </a:extLst>
          </p:cNvPr>
          <p:cNvSpPr/>
          <p:nvPr/>
        </p:nvSpPr>
        <p:spPr>
          <a:xfrm>
            <a:off x="842838" y="4189855"/>
            <a:ext cx="13027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B2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scale</a:t>
            </a:r>
            <a:endParaRPr lang="en-US" sz="150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8C48B0C6-A184-7B94-61F6-3C12C4E888C9}"/>
              </a:ext>
            </a:extLst>
          </p:cNvPr>
          <p:cNvSpPr/>
          <p:nvPr/>
        </p:nvSpPr>
        <p:spPr>
          <a:xfrm rot="16200000">
            <a:off x="-93987" y="3222006"/>
            <a:ext cx="1427823" cy="76968"/>
          </a:xfrm>
          <a:prstGeom prst="rect">
            <a:avLst/>
          </a:prstGeom>
          <a:solidFill>
            <a:srgbClr val="2F68E8"/>
          </a:solidFill>
          <a:ln w="12700">
            <a:solidFill>
              <a:srgbClr val="2F6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4D2286CD-8BBA-B80F-AEB8-B959EA085A61}"/>
              </a:ext>
            </a:extLst>
          </p:cNvPr>
          <p:cNvSpPr/>
          <p:nvPr/>
        </p:nvSpPr>
        <p:spPr>
          <a:xfrm rot="5400000">
            <a:off x="1777045" y="3278419"/>
            <a:ext cx="1250670" cy="66954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69632111-151B-15DE-C6E8-EAEEEA0A83A6}"/>
              </a:ext>
            </a:extLst>
          </p:cNvPr>
          <p:cNvSpPr/>
          <p:nvPr/>
        </p:nvSpPr>
        <p:spPr>
          <a:xfrm rot="5400000">
            <a:off x="1813133" y="4755895"/>
            <a:ext cx="1200250" cy="87219"/>
          </a:xfrm>
          <a:prstGeom prst="rect">
            <a:avLst/>
          </a:prstGeom>
          <a:solidFill>
            <a:srgbClr val="132E44"/>
          </a:solidFill>
          <a:ln w="12700">
            <a:solidFill>
              <a:srgbClr val="13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3">
            <a:extLst>
              <a:ext uri="{FF2B5EF4-FFF2-40B4-BE49-F238E27FC236}">
                <a16:creationId xmlns:a16="http://schemas.microsoft.com/office/drawing/2014/main" id="{4D9D435F-97DA-BDE4-A9C7-01590A871D42}"/>
              </a:ext>
            </a:extLst>
          </p:cNvPr>
          <p:cNvSpPr/>
          <p:nvPr/>
        </p:nvSpPr>
        <p:spPr>
          <a:xfrm rot="16200000">
            <a:off x="23966" y="4776022"/>
            <a:ext cx="1218835" cy="872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284CE6EB-6021-B0C6-67CD-DD800C1D9071}"/>
              </a:ext>
            </a:extLst>
          </p:cNvPr>
          <p:cNvSpPr/>
          <p:nvPr/>
        </p:nvSpPr>
        <p:spPr>
          <a:xfrm>
            <a:off x="822353" y="3192815"/>
            <a:ext cx="12919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0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access for early practice and system adoption.</a:t>
            </a:r>
            <a:endParaRPr lang="en-US" sz="140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853CE4BF-D39C-F95E-4C8E-304B4429B10A}"/>
              </a:ext>
            </a:extLst>
          </p:cNvPr>
          <p:cNvSpPr/>
          <p:nvPr/>
        </p:nvSpPr>
        <p:spPr>
          <a:xfrm>
            <a:off x="2580977" y="3180682"/>
            <a:ext cx="1554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0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and educators experience adaptive learning benefits.</a:t>
            </a:r>
            <a:endParaRPr lang="en-US" sz="140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3AFC017F-E182-90C0-977D-15CE5E6D8E47}"/>
              </a:ext>
            </a:extLst>
          </p:cNvPr>
          <p:cNvSpPr/>
          <p:nvPr/>
        </p:nvSpPr>
        <p:spPr>
          <a:xfrm>
            <a:off x="810680" y="4825682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0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Educators publish premium courses after user trust grows.</a:t>
            </a:r>
            <a:endParaRPr lang="en-US" sz="140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3D907967-C5AD-B0E0-5595-93AE755C134D}"/>
              </a:ext>
            </a:extLst>
          </p:cNvPr>
          <p:cNvSpPr/>
          <p:nvPr/>
        </p:nvSpPr>
        <p:spPr>
          <a:xfrm>
            <a:off x="2629479" y="4811199"/>
            <a:ext cx="12919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0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earns through course sales, sharing with educators.</a:t>
            </a:r>
            <a:endParaRPr lang="en-US" sz="140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FABCA16A-916F-1303-D31B-A9616A20E3CA}"/>
              </a:ext>
            </a:extLst>
          </p:cNvPr>
          <p:cNvSpPr/>
          <p:nvPr/>
        </p:nvSpPr>
        <p:spPr>
          <a:xfrm>
            <a:off x="456262" y="2529731"/>
            <a:ext cx="328026" cy="293750"/>
          </a:xfrm>
          <a:prstGeom prst="ellipse">
            <a:avLst/>
          </a:prstGeom>
          <a:solidFill>
            <a:srgbClr val="2F68E8"/>
          </a:solidFill>
          <a:ln w="12700">
            <a:solidFill>
              <a:srgbClr val="2F6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80DDBB7B-52B6-20DD-D8F5-CA7FA9A63A2C}"/>
              </a:ext>
            </a:extLst>
          </p:cNvPr>
          <p:cNvSpPr/>
          <p:nvPr/>
        </p:nvSpPr>
        <p:spPr>
          <a:xfrm>
            <a:off x="430522" y="2594035"/>
            <a:ext cx="371085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3E7E5A64-6F44-3BBA-4468-EBF443778643}"/>
              </a:ext>
            </a:extLst>
          </p:cNvPr>
          <p:cNvSpPr/>
          <p:nvPr/>
        </p:nvSpPr>
        <p:spPr>
          <a:xfrm>
            <a:off x="2242913" y="2519741"/>
            <a:ext cx="328026" cy="30175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E7C82DE4-57A6-289E-1DC5-F2A2763998D0}"/>
              </a:ext>
            </a:extLst>
          </p:cNvPr>
          <p:cNvSpPr/>
          <p:nvPr/>
        </p:nvSpPr>
        <p:spPr>
          <a:xfrm>
            <a:off x="2223317" y="2593820"/>
            <a:ext cx="366903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9D9D36F3-4912-9425-B743-4256A8580762}"/>
              </a:ext>
            </a:extLst>
          </p:cNvPr>
          <p:cNvSpPr/>
          <p:nvPr/>
        </p:nvSpPr>
        <p:spPr>
          <a:xfrm>
            <a:off x="477675" y="4147698"/>
            <a:ext cx="312420" cy="2717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F4F50F1B-04C0-00D7-3620-A092E5FFBD4E}"/>
              </a:ext>
            </a:extLst>
          </p:cNvPr>
          <p:cNvSpPr/>
          <p:nvPr/>
        </p:nvSpPr>
        <p:spPr>
          <a:xfrm>
            <a:off x="477675" y="4217856"/>
            <a:ext cx="3124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4CC3E3FE-A348-18C0-1BB7-173CA0D27AAE}"/>
              </a:ext>
            </a:extLst>
          </p:cNvPr>
          <p:cNvSpPr/>
          <p:nvPr/>
        </p:nvSpPr>
        <p:spPr>
          <a:xfrm>
            <a:off x="2262288" y="4111222"/>
            <a:ext cx="312420" cy="301752"/>
          </a:xfrm>
          <a:prstGeom prst="ellipse">
            <a:avLst/>
          </a:prstGeom>
          <a:solidFill>
            <a:srgbClr val="132E44"/>
          </a:solidFill>
          <a:ln w="12700">
            <a:solidFill>
              <a:srgbClr val="13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1580B15C-8D77-2D75-DA05-A22F24E4BCD9}"/>
              </a:ext>
            </a:extLst>
          </p:cNvPr>
          <p:cNvSpPr/>
          <p:nvPr/>
        </p:nvSpPr>
        <p:spPr>
          <a:xfrm>
            <a:off x="2271389" y="4183369"/>
            <a:ext cx="283646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A1E4A2-1703-4A7B-B34F-B3CE9430F289}"/>
              </a:ext>
            </a:extLst>
          </p:cNvPr>
          <p:cNvSpPr txBox="1"/>
          <p:nvPr/>
        </p:nvSpPr>
        <p:spPr>
          <a:xfrm>
            <a:off x="671148" y="1632529"/>
            <a:ext cx="320372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>
              <a:buNone/>
            </a:pPr>
            <a:r>
              <a:rPr lang="en-US" sz="2000" b="1" u="sng">
                <a:solidFill>
                  <a:srgbClr val="1B2537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Commercialization Path</a:t>
            </a:r>
            <a:endParaRPr lang="en-US" sz="2000" u="sng">
              <a:latin typeface="Aptos Display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EE39C26E-2420-1183-873C-BC179B6953DA}"/>
              </a:ext>
            </a:extLst>
          </p:cNvPr>
          <p:cNvSpPr/>
          <p:nvPr/>
        </p:nvSpPr>
        <p:spPr>
          <a:xfrm>
            <a:off x="5550408" y="2634149"/>
            <a:ext cx="57456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/>
              <a:t>Identify the learner’s cognitive style from their interaction behavior.</a:t>
            </a:r>
            <a:endParaRPr lang="en-US" sz="130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DB9F95E6-463C-5C36-21F4-57A56EC70D67}"/>
              </a:ext>
            </a:extLst>
          </p:cNvPr>
          <p:cNvSpPr/>
          <p:nvPr/>
        </p:nvSpPr>
        <p:spPr>
          <a:xfrm>
            <a:off x="5550408" y="332927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/>
              <a:t>Monitor the learner’s cognitive load in real time while they study.</a:t>
            </a:r>
            <a:endParaRPr lang="en-US" sz="130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4BEF4AFE-89D2-4374-FC0D-7DF5C33B61E2}"/>
              </a:ext>
            </a:extLst>
          </p:cNvPr>
          <p:cNvSpPr/>
          <p:nvPr/>
        </p:nvSpPr>
        <p:spPr>
          <a:xfrm>
            <a:off x="5550408" y="4225754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/>
              <a:t>Educator uploads learning resources → content is extracted, retrieved and converted into a learner-matched format.</a:t>
            </a:r>
            <a:endParaRPr lang="en-US" sz="1300"/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95C68370-9AD6-6130-1ECE-5C4F952EA9B9}"/>
              </a:ext>
            </a:extLst>
          </p:cNvPr>
          <p:cNvSpPr/>
          <p:nvPr/>
        </p:nvSpPr>
        <p:spPr>
          <a:xfrm>
            <a:off x="5534215" y="5190647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/>
              <a:t>Recommend the best-fit personalized content and generate MCQs based on the learner’s cognitive state.</a:t>
            </a:r>
            <a:endParaRPr lang="en-US" sz="130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A1C5FE1-B2A2-E4E2-62CB-FDB424C637DC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17DCA-CAE7-B94B-7098-4501A2D9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7A01DD-4688-41CA-EA69-8DFD83BDAA3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59081C-07FF-87A6-2437-261BC88539F6}"/>
              </a:ext>
            </a:extLst>
          </p:cNvPr>
          <p:cNvSpPr/>
          <p:nvPr/>
        </p:nvSpPr>
        <p:spPr>
          <a:xfrm>
            <a:off x="384048" y="164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R26-SE-004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729958-42CC-36A6-0FE0-43A4D50C9053}"/>
              </a:ext>
            </a:extLst>
          </p:cNvPr>
          <p:cNvSpPr/>
          <p:nvPr/>
        </p:nvSpPr>
        <p:spPr>
          <a:xfrm>
            <a:off x="1508760" y="164592"/>
            <a:ext cx="0" cy="310896"/>
          </a:xfrm>
          <a:prstGeom prst="line">
            <a:avLst/>
          </a:prstGeom>
          <a:noFill/>
          <a:ln w="12700">
            <a:solidFill>
              <a:srgbClr val="7DD3F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8D92BC-27FC-1D77-DCBA-82F36A79EEEC}"/>
              </a:ext>
            </a:extLst>
          </p:cNvPr>
          <p:cNvSpPr/>
          <p:nvPr/>
        </p:nvSpPr>
        <p:spPr>
          <a:xfrm>
            <a:off x="11384280" y="146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DEBFF"/>
                </a:solidFill>
              </a:rPr>
              <a:t>09</a:t>
            </a:r>
            <a:endParaRPr lang="en-US" sz="11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914DAB63-0AE5-4F22-E07E-90C3C0618B8A}"/>
              </a:ext>
            </a:extLst>
          </p:cNvPr>
          <p:cNvSpPr/>
          <p:nvPr/>
        </p:nvSpPr>
        <p:spPr>
          <a:xfrm>
            <a:off x="1715008" y="164592"/>
            <a:ext cx="956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DEBFF"/>
                </a:solidFill>
                <a:ea typeface="+mn-lt"/>
                <a:cs typeface="+mn-lt"/>
              </a:rPr>
              <a:t>Adaptive Cognitive Load and Style Prediction System for Online Learning Using Behavioral Patterns</a:t>
            </a:r>
            <a:endParaRPr lang="en-US" sz="16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79BE2E3-291F-C399-3747-029FE55EAC1A}"/>
              </a:ext>
            </a:extLst>
          </p:cNvPr>
          <p:cNvSpPr/>
          <p:nvPr/>
        </p:nvSpPr>
        <p:spPr>
          <a:xfrm>
            <a:off x="2050822" y="2679031"/>
            <a:ext cx="8095247" cy="75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>
                <a:solidFill>
                  <a:srgbClr val="1E293B"/>
                </a:solidFill>
                <a:latin typeface="Aptos Display"/>
              </a:rPr>
              <a:t>Thank You! </a:t>
            </a: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295017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PresentationFormat>Widescreen</PresentationFormat>
  <Paragraphs>202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Lumora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Lumora PP2 Viva Presentation</dc:title>
  <dc:subject>Lumora AI adaptive e-learning platform</dc:subject>
  <dc:creator>OpenAI</dc:creator>
  <cp:lastModifiedBy>SUBASINGHE M. H. R. I it22089786</cp:lastModifiedBy>
  <cp:revision>2</cp:revision>
  <dcterms:created xsi:type="dcterms:W3CDTF">2026-08-30T04:49:30Z</dcterms:created>
  <dcterms:modified xsi:type="dcterms:W3CDTF">2026-09-01T08:10:40Z</dcterms:modified>
</cp:coreProperties>
</file>